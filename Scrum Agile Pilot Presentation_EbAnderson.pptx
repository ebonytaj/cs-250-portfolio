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4"/>
  </p:notesMasterIdLst>
  <p:sldIdLst>
    <p:sldId id="256" r:id="rId2"/>
    <p:sldId id="263" r:id="rId3"/>
    <p:sldId id="257" r:id="rId4"/>
    <p:sldId id="258" r:id="rId5"/>
    <p:sldId id="267" r:id="rId6"/>
    <p:sldId id="259" r:id="rId7"/>
    <p:sldId id="265" r:id="rId8"/>
    <p:sldId id="260" r:id="rId9"/>
    <p:sldId id="266" r:id="rId10"/>
    <p:sldId id="27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34CAA-FBC0-4818-98CB-DDFD0CD145BC}" v="435" dt="2025-08-18T00:28:56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bony Anderson" userId="d12249fb7a18c06f" providerId="LiveId" clId="{D6734CAA-FBC0-4818-98CB-DDFD0CD145BC}"/>
    <pc:docChg chg="undo redo custSel addSld delSld modSld sldOrd">
      <pc:chgData name="Ebony Anderson" userId="d12249fb7a18c06f" providerId="LiveId" clId="{D6734CAA-FBC0-4818-98CB-DDFD0CD145BC}" dt="2025-08-18T00:28:59.081" v="566" actId="478"/>
      <pc:docMkLst>
        <pc:docMk/>
      </pc:docMkLst>
      <pc:sldChg chg="addSp delSp modSp modAnim delDesignElem">
        <pc:chgData name="Ebony Anderson" userId="d12249fb7a18c06f" providerId="LiveId" clId="{D6734CAA-FBC0-4818-98CB-DDFD0CD145BC}" dt="2025-08-13T00:46:27.749" v="73"/>
        <pc:sldMkLst>
          <pc:docMk/>
          <pc:sldMk cId="0" sldId="256"/>
        </pc:sldMkLst>
        <pc:spChg chg="mod">
          <ac:chgData name="Ebony Anderson" userId="d12249fb7a18c06f" providerId="LiveId" clId="{D6734CAA-FBC0-4818-98CB-DDFD0CD145BC}" dt="2025-08-13T00:44:33.648" v="3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bony Anderson" userId="d12249fb7a18c06f" providerId="LiveId" clId="{D6734CAA-FBC0-4818-98CB-DDFD0CD145BC}" dt="2025-08-13T00:44:51.002" v="54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56"/>
            <ac:spMk id="8" creationId="{62AE8E50-35D4-4D5A-A4BB-168CBB027DA2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56"/>
            <ac:spMk id="10" creationId="{C37D1D6D-17D8-4296-B000-665D1892D01E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56"/>
            <ac:spMk id="12" creationId="{1B26E892-1320-40AA-9CA1-246721C18768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56"/>
            <ac:spMk id="16" creationId="{C170DF7D-4686-4BD5-A9CD-C8964928468D}"/>
          </ac:spMkLst>
        </pc:spChg>
        <pc:cxnChg chg="add del">
          <ac:chgData name="Ebony Anderson" userId="d12249fb7a18c06f" providerId="LiveId" clId="{D6734CAA-FBC0-4818-98CB-DDFD0CD145BC}" dt="2025-08-13T00:46:27.749" v="73"/>
          <ac:cxnSpMkLst>
            <pc:docMk/>
            <pc:sldMk cId="0" sldId="256"/>
            <ac:cxnSpMk id="14" creationId="{C9A1F79C-E4D1-4AAE-BA11-3A09005252E3}"/>
          </ac:cxnSpMkLst>
        </pc:cxnChg>
      </pc:sldChg>
      <pc:sldChg chg="addSp delSp modSp mod modNotesTx">
        <pc:chgData name="Ebony Anderson" userId="d12249fb7a18c06f" providerId="LiveId" clId="{D6734CAA-FBC0-4818-98CB-DDFD0CD145BC}" dt="2025-08-17T21:54:52.906" v="386"/>
        <pc:sldMkLst>
          <pc:docMk/>
          <pc:sldMk cId="0" sldId="257"/>
        </pc:sldMkLst>
        <pc:spChg chg="mod">
          <ac:chgData name="Ebony Anderson" userId="d12249fb7a18c06f" providerId="LiveId" clId="{D6734CAA-FBC0-4818-98CB-DDFD0CD145BC}" dt="2025-08-15T00:21:47.987" v="255"/>
          <ac:spMkLst>
            <pc:docMk/>
            <pc:sldMk cId="0" sldId="257"/>
            <ac:spMk id="2" creationId="{00000000-0000-0000-0000-000000000000}"/>
          </ac:spMkLst>
        </pc:spChg>
        <pc:graphicFrameChg chg="add mod">
          <ac:chgData name="Ebony Anderson" userId="d12249fb7a18c06f" providerId="LiveId" clId="{D6734CAA-FBC0-4818-98CB-DDFD0CD145BC}" dt="2025-08-17T21:54:52.906" v="386"/>
          <ac:graphicFrameMkLst>
            <pc:docMk/>
            <pc:sldMk cId="0" sldId="257"/>
            <ac:graphicFrameMk id="5" creationId="{97C8EC9E-ED1F-CB83-E100-EE188BB034FA}"/>
          </ac:graphicFrameMkLst>
        </pc:graphicFrameChg>
      </pc:sldChg>
      <pc:sldChg chg="addSp delSp modSp mod ord delDesignElem modNotesTx">
        <pc:chgData name="Ebony Anderson" userId="d12249fb7a18c06f" providerId="LiveId" clId="{D6734CAA-FBC0-4818-98CB-DDFD0CD145BC}" dt="2025-08-17T21:37:30.996" v="379"/>
        <pc:sldMkLst>
          <pc:docMk/>
          <pc:sldMk cId="0" sldId="258"/>
        </pc:sldMkLst>
        <pc:spChg chg="mod">
          <ac:chgData name="Ebony Anderson" userId="d12249fb7a18c06f" providerId="LiveId" clId="{D6734CAA-FBC0-4818-98CB-DDFD0CD145BC}" dt="2025-08-15T00:25:12.777" v="271" actId="1076"/>
          <ac:spMkLst>
            <pc:docMk/>
            <pc:sldMk cId="0" sldId="258"/>
            <ac:spMk id="2" creationId="{00000000-0000-0000-0000-000000000000}"/>
          </ac:spMkLst>
        </pc:spChg>
        <pc:spChg chg="add">
          <ac:chgData name="Ebony Anderson" userId="d12249fb7a18c06f" providerId="LiveId" clId="{D6734CAA-FBC0-4818-98CB-DDFD0CD145BC}" dt="2025-08-14T23:11:04.530" v="115" actId="26606"/>
          <ac:spMkLst>
            <pc:docMk/>
            <pc:sldMk cId="0" sldId="258"/>
            <ac:spMk id="24" creationId="{F7422F06-6017-4361-8872-E0E2CEB20B48}"/>
          </ac:spMkLst>
        </pc:spChg>
        <pc:graphicFrameChg chg="mod modGraphic">
          <ac:chgData name="Ebony Anderson" userId="d12249fb7a18c06f" providerId="LiveId" clId="{D6734CAA-FBC0-4818-98CB-DDFD0CD145BC}" dt="2025-08-14T23:13:04.496" v="125" actId="114"/>
          <ac:graphicFrameMkLst>
            <pc:docMk/>
            <pc:sldMk cId="0" sldId="258"/>
            <ac:graphicFrameMk id="7" creationId="{8A3D0524-4228-37B6-BE9A-9394A6FB1983}"/>
          </ac:graphicFrameMkLst>
        </pc:graphicFrameChg>
      </pc:sldChg>
      <pc:sldChg chg="addSp delSp modSp mod delDesignElem modNotesTx">
        <pc:chgData name="Ebony Anderson" userId="d12249fb7a18c06f" providerId="LiveId" clId="{D6734CAA-FBC0-4818-98CB-DDFD0CD145BC}" dt="2025-08-17T22:31:09.793" v="411"/>
        <pc:sldMkLst>
          <pc:docMk/>
          <pc:sldMk cId="0" sldId="259"/>
        </pc:sldMkLst>
        <pc:spChg chg="mod">
          <ac:chgData name="Ebony Anderson" userId="d12249fb7a18c06f" providerId="LiveId" clId="{D6734CAA-FBC0-4818-98CB-DDFD0CD145BC}" dt="2025-08-14T23:14:30.714" v="132" actId="207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59"/>
            <ac:spMk id="9" creationId="{F7422F06-6017-4361-8872-E0E2CEB20B48}"/>
          </ac:spMkLst>
        </pc:spChg>
        <pc:graphicFrameChg chg="mod">
          <ac:chgData name="Ebony Anderson" userId="d12249fb7a18c06f" providerId="LiveId" clId="{D6734CAA-FBC0-4818-98CB-DDFD0CD145BC}" dt="2025-08-17T22:31:09.793" v="411"/>
          <ac:graphicFrameMkLst>
            <pc:docMk/>
            <pc:sldMk cId="0" sldId="259"/>
            <ac:graphicFrameMk id="7" creationId="{66111458-9FE8-0647-0963-D0F512E00DD4}"/>
          </ac:graphicFrameMkLst>
        </pc:graphicFrameChg>
      </pc:sldChg>
      <pc:sldChg chg="addSp delSp modSp mod ord delDesignElem modNotesTx">
        <pc:chgData name="Ebony Anderson" userId="d12249fb7a18c06f" providerId="LiveId" clId="{D6734CAA-FBC0-4818-98CB-DDFD0CD145BC}" dt="2025-08-17T21:56:18.970" v="390"/>
        <pc:sldMkLst>
          <pc:docMk/>
          <pc:sldMk cId="0" sldId="260"/>
        </pc:sldMkLst>
        <pc:spChg chg="add del mod">
          <ac:chgData name="Ebony Anderson" userId="d12249fb7a18c06f" providerId="LiveId" clId="{D6734CAA-FBC0-4818-98CB-DDFD0CD145BC}" dt="2025-08-15T00:30:43.484" v="288" actId="1076"/>
          <ac:spMkLst>
            <pc:docMk/>
            <pc:sldMk cId="0" sldId="260"/>
            <ac:spMk id="2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60"/>
            <ac:spMk id="11" creationId="{F7422F06-6017-4361-8872-E0E2CEB20B48}"/>
          </ac:spMkLst>
        </pc:spChg>
        <pc:graphicFrameChg chg="mod">
          <ac:chgData name="Ebony Anderson" userId="d12249fb7a18c06f" providerId="LiveId" clId="{D6734CAA-FBC0-4818-98CB-DDFD0CD145BC}" dt="2025-08-15T00:36:57.046" v="299" actId="20577"/>
          <ac:graphicFrameMkLst>
            <pc:docMk/>
            <pc:sldMk cId="0" sldId="260"/>
            <ac:graphicFrameMk id="12" creationId="{A7175B52-5684-3D9B-D8F3-B6EDEAE6A4A0}"/>
          </ac:graphicFrameMkLst>
        </pc:graphicFrameChg>
      </pc:sldChg>
      <pc:sldChg chg="addSp delSp modSp mod delDesignElem modNotesTx">
        <pc:chgData name="Ebony Anderson" userId="d12249fb7a18c06f" providerId="LiveId" clId="{D6734CAA-FBC0-4818-98CB-DDFD0CD145BC}" dt="2025-08-15T00:44:16.896" v="326"/>
        <pc:sldMkLst>
          <pc:docMk/>
          <pc:sldMk cId="0" sldId="261"/>
        </pc:sldMkLst>
        <pc:spChg chg="mod">
          <ac:chgData name="Ebony Anderson" userId="d12249fb7a18c06f" providerId="LiveId" clId="{D6734CAA-FBC0-4818-98CB-DDFD0CD145BC}" dt="2025-08-15T00:24:37.217" v="269" actId="1076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3T00:46:27.749" v="73"/>
          <ac:spMkLst>
            <pc:docMk/>
            <pc:sldMk cId="0" sldId="261"/>
            <ac:spMk id="9" creationId="{F7422F06-6017-4361-8872-E0E2CEB20B48}"/>
          </ac:spMkLst>
        </pc:spChg>
        <pc:graphicFrameChg chg="add mod">
          <ac:chgData name="Ebony Anderson" userId="d12249fb7a18c06f" providerId="LiveId" clId="{D6734CAA-FBC0-4818-98CB-DDFD0CD145BC}" dt="2025-08-15T00:44:16.896" v="326"/>
          <ac:graphicFrameMkLst>
            <pc:docMk/>
            <pc:sldMk cId="0" sldId="261"/>
            <ac:graphicFrameMk id="5" creationId="{1F56CAB5-C612-9448-1ACE-6ADEA2744C7F}"/>
          </ac:graphicFrameMkLst>
        </pc:graphicFrameChg>
      </pc:sldChg>
      <pc:sldChg chg="addSp modSp mod">
        <pc:chgData name="Ebony Anderson" userId="d12249fb7a18c06f" providerId="LiveId" clId="{D6734CAA-FBC0-4818-98CB-DDFD0CD145BC}" dt="2025-08-17T22:42:50.018" v="426" actId="114"/>
        <pc:sldMkLst>
          <pc:docMk/>
          <pc:sldMk cId="0" sldId="262"/>
        </pc:sldMkLst>
        <pc:spChg chg="mod">
          <ac:chgData name="Ebony Anderson" userId="d12249fb7a18c06f" providerId="LiveId" clId="{D6734CAA-FBC0-4818-98CB-DDFD0CD145BC}" dt="2025-08-17T22:42:50.018" v="426" actId="114"/>
          <ac:spMkLst>
            <pc:docMk/>
            <pc:sldMk cId="0" sldId="262"/>
            <ac:spMk id="3" creationId="{00000000-0000-0000-0000-000000000000}"/>
          </ac:spMkLst>
        </pc:spChg>
        <pc:spChg chg="add">
          <ac:chgData name="Ebony Anderson" userId="d12249fb7a18c06f" providerId="LiveId" clId="{D6734CAA-FBC0-4818-98CB-DDFD0CD145BC}" dt="2025-08-17T20:56:33.702" v="335"/>
          <ac:spMkLst>
            <pc:docMk/>
            <pc:sldMk cId="0" sldId="262"/>
            <ac:spMk id="4" creationId="{AFA3639D-7B87-8A5E-435C-2E62CD491B23}"/>
          </ac:spMkLst>
        </pc:spChg>
      </pc:sldChg>
      <pc:sldChg chg="addSp delSp modSp new mod ord setBg">
        <pc:chgData name="Ebony Anderson" userId="d12249fb7a18c06f" providerId="LiveId" clId="{D6734CAA-FBC0-4818-98CB-DDFD0CD145BC}" dt="2025-08-15T00:25:18.256" v="272" actId="1076"/>
        <pc:sldMkLst>
          <pc:docMk/>
          <pc:sldMk cId="2592876499" sldId="263"/>
        </pc:sldMkLst>
        <pc:spChg chg="mod">
          <ac:chgData name="Ebony Anderson" userId="d12249fb7a18c06f" providerId="LiveId" clId="{D6734CAA-FBC0-4818-98CB-DDFD0CD145BC}" dt="2025-08-15T00:25:18.256" v="272" actId="1076"/>
          <ac:spMkLst>
            <pc:docMk/>
            <pc:sldMk cId="2592876499" sldId="263"/>
            <ac:spMk id="2" creationId="{B7A8A899-BF68-DBED-BA35-47965DEE97E7}"/>
          </ac:spMkLst>
        </pc:spChg>
        <pc:spChg chg="add">
          <ac:chgData name="Ebony Anderson" userId="d12249fb7a18c06f" providerId="LiveId" clId="{D6734CAA-FBC0-4818-98CB-DDFD0CD145BC}" dt="2025-08-13T00:46:33.917" v="74" actId="26606"/>
          <ac:spMkLst>
            <pc:docMk/>
            <pc:sldMk cId="2592876499" sldId="263"/>
            <ac:spMk id="6" creationId="{F7422F06-6017-4361-8872-E0E2CEB20B48}"/>
          </ac:spMkLst>
        </pc:spChg>
        <pc:graphicFrameChg chg="add mod">
          <ac:chgData name="Ebony Anderson" userId="d12249fb7a18c06f" providerId="LiveId" clId="{D6734CAA-FBC0-4818-98CB-DDFD0CD145BC}" dt="2025-08-14T23:13:38.665" v="130" actId="20577"/>
          <ac:graphicFrameMkLst>
            <pc:docMk/>
            <pc:sldMk cId="2592876499" sldId="263"/>
            <ac:graphicFrameMk id="7" creationId="{02C256CE-A5AF-5655-FE55-EED2D0E6BF4A}"/>
          </ac:graphicFrameMkLst>
        </pc:graphicFrameChg>
      </pc:sldChg>
      <pc:sldChg chg="addSp delSp modSp new add del mod ord setBg">
        <pc:chgData name="Ebony Anderson" userId="d12249fb7a18c06f" providerId="LiveId" clId="{D6734CAA-FBC0-4818-98CB-DDFD0CD145BC}" dt="2025-08-14T23:37:35.552" v="186" actId="47"/>
        <pc:sldMkLst>
          <pc:docMk/>
          <pc:sldMk cId="4141935910" sldId="264"/>
        </pc:sldMkLst>
      </pc:sldChg>
      <pc:sldChg chg="addSp delSp add del setBg delDesignElem">
        <pc:chgData name="Ebony Anderson" userId="d12249fb7a18c06f" providerId="LiveId" clId="{D6734CAA-FBC0-4818-98CB-DDFD0CD145BC}" dt="2025-08-14T23:35:06.754" v="180"/>
        <pc:sldMkLst>
          <pc:docMk/>
          <pc:sldMk cId="245195381" sldId="265"/>
        </pc:sldMkLst>
      </pc:sldChg>
      <pc:sldChg chg="modSp add mod ord modNotesTx">
        <pc:chgData name="Ebony Anderson" userId="d12249fb7a18c06f" providerId="LiveId" clId="{D6734CAA-FBC0-4818-98CB-DDFD0CD145BC}" dt="2025-08-17T22:31:32.443" v="412"/>
        <pc:sldMkLst>
          <pc:docMk/>
          <pc:sldMk cId="942228374" sldId="265"/>
        </pc:sldMkLst>
        <pc:spChg chg="mod">
          <ac:chgData name="Ebony Anderson" userId="d12249fb7a18c06f" providerId="LiveId" clId="{D6734CAA-FBC0-4818-98CB-DDFD0CD145BC}" dt="2025-08-15T00:31:01.303" v="291"/>
          <ac:spMkLst>
            <pc:docMk/>
            <pc:sldMk cId="942228374" sldId="265"/>
            <ac:spMk id="2" creationId="{C58A915F-77ED-8BCF-0AA9-067B0C7E6924}"/>
          </ac:spMkLst>
        </pc:spChg>
        <pc:graphicFrameChg chg="add mod">
          <ac:chgData name="Ebony Anderson" userId="d12249fb7a18c06f" providerId="LiveId" clId="{D6734CAA-FBC0-4818-98CB-DDFD0CD145BC}" dt="2025-08-17T22:31:32.443" v="412"/>
          <ac:graphicFrameMkLst>
            <pc:docMk/>
            <pc:sldMk cId="942228374" sldId="265"/>
            <ac:graphicFrameMk id="12" creationId="{3AD79298-588B-724E-7973-12F2F63C2374}"/>
          </ac:graphicFrameMkLst>
        </pc:graphicFrameChg>
      </pc:sldChg>
      <pc:sldChg chg="modSp add mod ord">
        <pc:chgData name="Ebony Anderson" userId="d12249fb7a18c06f" providerId="LiveId" clId="{D6734CAA-FBC0-4818-98CB-DDFD0CD145BC}" dt="2025-08-17T22:33:08.183" v="413"/>
        <pc:sldMkLst>
          <pc:docMk/>
          <pc:sldMk cId="1458284153" sldId="266"/>
        </pc:sldMkLst>
        <pc:spChg chg="mod">
          <ac:chgData name="Ebony Anderson" userId="d12249fb7a18c06f" providerId="LiveId" clId="{D6734CAA-FBC0-4818-98CB-DDFD0CD145BC}" dt="2025-08-15T00:24:11.892" v="265"/>
          <ac:spMkLst>
            <pc:docMk/>
            <pc:sldMk cId="1458284153" sldId="266"/>
            <ac:spMk id="2" creationId="{4285B7E5-6B9F-ECA7-005C-75E2F890B5C3}"/>
          </ac:spMkLst>
        </pc:spChg>
        <pc:graphicFrameChg chg="mod">
          <ac:chgData name="Ebony Anderson" userId="d12249fb7a18c06f" providerId="LiveId" clId="{D6734CAA-FBC0-4818-98CB-DDFD0CD145BC}" dt="2025-08-17T22:33:08.183" v="413"/>
          <ac:graphicFrameMkLst>
            <pc:docMk/>
            <pc:sldMk cId="1458284153" sldId="266"/>
            <ac:graphicFrameMk id="12" creationId="{96626F95-776E-C2A1-E8BE-B7B38820DA93}"/>
          </ac:graphicFrameMkLst>
        </pc:graphicFrameChg>
      </pc:sldChg>
      <pc:sldChg chg="addSp delSp modSp add mod ord setBg">
        <pc:chgData name="Ebony Anderson" userId="d12249fb7a18c06f" providerId="LiveId" clId="{D6734CAA-FBC0-4818-98CB-DDFD0CD145BC}" dt="2025-08-18T00:28:59.081" v="566" actId="478"/>
        <pc:sldMkLst>
          <pc:docMk/>
          <pc:sldMk cId="0" sldId="267"/>
        </pc:sldMkLst>
        <pc:spChg chg="mod">
          <ac:chgData name="Ebony Anderson" userId="d12249fb7a18c06f" providerId="LiveId" clId="{D6734CAA-FBC0-4818-98CB-DDFD0CD145BC}" dt="2025-08-18T00:28:46.535" v="564" actId="26606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Ebony Anderson" userId="d12249fb7a18c06f" providerId="LiveId" clId="{D6734CAA-FBC0-4818-98CB-DDFD0CD145BC}" dt="2025-08-18T00:20:09.503" v="551" actId="11529"/>
          <ac:spMkLst>
            <pc:docMk/>
            <pc:sldMk cId="0" sldId="267"/>
            <ac:spMk id="4" creationId="{42A7DCB2-CFF1-A054-E498-8620B6F24CF2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5" creationId="{A4EBDE15-B964-1B5E-9E47-8118C687044C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6" creationId="{779ACBF3-1339-0E16-0D1E-3854622136E5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6" creationId="{7FB24922-4527-2C41-1579-D2590BEE2471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7" creationId="{898711F2-51D3-AC89-143D-82AC99D0797A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7" creationId="{E4D34A67-F508-2C72-9880-7797A134EA67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8" creationId="{03498DF5-625F-35CB-17C5-2583F46E487C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8" creationId="{2EDF96AD-3551-B004-04EC-A8BE0DE9324B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8" creationId="{A19908C5-2FA3-C85A-82A9-9525716A0766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9" creationId="{8D725F27-6C5F-CBEF-7A1B-5219DB88FF9D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9" creationId="{D0E0B2C2-043B-2438-8AD2-19AE08726555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9" creationId="{FB45BF27-B43E-6A35-3DB5-C357D008462A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0" creationId="{59035D90-1462-3DFD-9C13-7E1FC4E036EE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10" creationId="{E91B9DA1-27A6-8A5C-FAD9-C4D3CADBBDAE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11" creationId="{3D555D9F-3F3F-5734-47B4-757B2E538E98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1" creationId="{893DDF2A-31BB-5B20-20E1-C3B4702DF6DA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12" creationId="{AFB22FC1-BDE4-841F-1E59-8E655B7AC44B}"/>
          </ac:spMkLst>
        </pc:spChg>
        <pc:spChg chg="mod">
          <ac:chgData name="Ebony Anderson" userId="d12249fb7a18c06f" providerId="LiveId" clId="{D6734CAA-FBC0-4818-98CB-DDFD0CD145BC}" dt="2025-08-18T00:21:45.575" v="556" actId="18245"/>
          <ac:spMkLst>
            <pc:docMk/>
            <pc:sldMk cId="0" sldId="267"/>
            <ac:spMk id="12" creationId="{CB89C65A-03DB-455E-1D48-B84015BD5DB0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13" creationId="{2F830A31-5C54-B547-097A-E592E31749B3}"/>
          </ac:spMkLst>
        </pc:spChg>
        <pc:spChg chg="mod">
          <ac:chgData name="Ebony Anderson" userId="d12249fb7a18c06f" providerId="LiveId" clId="{D6734CAA-FBC0-4818-98CB-DDFD0CD145BC}" dt="2025-08-18T00:21:35.775" v="555" actId="18245"/>
          <ac:spMkLst>
            <pc:docMk/>
            <pc:sldMk cId="0" sldId="267"/>
            <ac:spMk id="13" creationId="{43978BD4-9338-1A7D-7CEF-CECDA3D6AB81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4" creationId="{1E8246F3-C69C-3D61-FA8D-7DDFB886BC6E}"/>
          </ac:spMkLst>
        </pc:spChg>
        <pc:spChg chg="add del mod">
          <ac:chgData name="Ebony Anderson" userId="d12249fb7a18c06f" providerId="LiveId" clId="{D6734CAA-FBC0-4818-98CB-DDFD0CD145BC}" dt="2025-08-18T00:28:59.081" v="566" actId="478"/>
          <ac:spMkLst>
            <pc:docMk/>
            <pc:sldMk cId="0" sldId="267"/>
            <ac:spMk id="14" creationId="{BF1F6F3F-F68C-2150-7CC3-85ED368AD855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14" creationId="{D89B433F-68FC-00D5-A323-2513D0FBCD90}"/>
          </ac:spMkLst>
        </pc:spChg>
        <pc:spChg chg="add del">
          <ac:chgData name="Ebony Anderson" userId="d12249fb7a18c06f" providerId="LiveId" clId="{D6734CAA-FBC0-4818-98CB-DDFD0CD145BC}" dt="2025-08-18T00:28:46.535" v="564" actId="26606"/>
          <ac:spMkLst>
            <pc:docMk/>
            <pc:sldMk cId="0" sldId="267"/>
            <ac:spMk id="15" creationId="{90AAC386-A18D-4525-AD1B-4D227ED34C84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7" creationId="{22660A8B-F3AE-0242-C545-DCC3BFC25AF8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17" creationId="{7304AA0A-CB7F-3260-F32B-EE5EB6D374F7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8" creationId="{DCBDF0BE-68B2-CC1A-58DA-D5A97CD771FF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19" creationId="{CB151BD5-E457-A1ED-6398-6FBFA8181B7E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20" creationId="{0CCAC785-B524-2F31-063F-E54772347A0F}"/>
          </ac:spMkLst>
        </pc:spChg>
        <pc:spChg chg="mod">
          <ac:chgData name="Ebony Anderson" userId="d12249fb7a18c06f" providerId="LiveId" clId="{D6734CAA-FBC0-4818-98CB-DDFD0CD145BC}" dt="2025-08-17T22:44:52.800" v="428" actId="18245"/>
          <ac:spMkLst>
            <pc:docMk/>
            <pc:sldMk cId="0" sldId="267"/>
            <ac:spMk id="22" creationId="{FDD650D7-12C2-B691-36ED-7FF915B021C3}"/>
          </ac:spMkLst>
        </pc:spChg>
        <pc:spChg chg="mod">
          <ac:chgData name="Ebony Anderson" userId="d12249fb7a18c06f" providerId="LiveId" clId="{D6734CAA-FBC0-4818-98CB-DDFD0CD145BC}" dt="2025-08-17T22:44:48.946" v="427" actId="18245"/>
          <ac:spMkLst>
            <pc:docMk/>
            <pc:sldMk cId="0" sldId="267"/>
            <ac:spMk id="24" creationId="{2D6B9697-F049-DD62-4F1E-33C6950721DF}"/>
          </ac:spMkLst>
        </pc:spChg>
        <pc:spChg chg="mod">
          <ac:chgData name="Ebony Anderson" userId="d12249fb7a18c06f" providerId="LiveId" clId="{D6734CAA-FBC0-4818-98CB-DDFD0CD145BC}" dt="2025-08-17T23:13:21.696" v="495" actId="18245"/>
          <ac:spMkLst>
            <pc:docMk/>
            <pc:sldMk cId="0" sldId="267"/>
            <ac:spMk id="24" creationId="{4B49E612-5C02-CD1C-25F4-80E8E11C7C40}"/>
          </ac:spMkLst>
        </pc:spChg>
        <pc:spChg chg="add del">
          <ac:chgData name="Ebony Anderson" userId="d12249fb7a18c06f" providerId="LiveId" clId="{D6734CAA-FBC0-4818-98CB-DDFD0CD145BC}" dt="2025-08-17T22:55:24.668" v="470" actId="26606"/>
          <ac:spMkLst>
            <pc:docMk/>
            <pc:sldMk cId="0" sldId="267"/>
            <ac:spMk id="27" creationId="{FABE753E-4156-4486-B269-C34C2220E13B}"/>
          </ac:spMkLst>
        </pc:spChg>
        <pc:spChg chg="add del mod">
          <ac:chgData name="Ebony Anderson" userId="d12249fb7a18c06f" providerId="LiveId" clId="{D6734CAA-FBC0-4818-98CB-DDFD0CD145BC}" dt="2025-08-17T22:53:02.232" v="463" actId="21"/>
          <ac:spMkLst>
            <pc:docMk/>
            <pc:sldMk cId="0" sldId="267"/>
            <ac:spMk id="28" creationId="{CBE4C81A-44EE-9CE5-85CB-4AF149F28D18}"/>
          </ac:spMkLst>
        </pc:spChg>
        <pc:spChg chg="add del">
          <ac:chgData name="Ebony Anderson" userId="d12249fb7a18c06f" providerId="LiveId" clId="{D6734CAA-FBC0-4818-98CB-DDFD0CD145BC}" dt="2025-08-17T22:54:57.847" v="466" actId="26606"/>
          <ac:spMkLst>
            <pc:docMk/>
            <pc:sldMk cId="0" sldId="267"/>
            <ac:spMk id="30" creationId="{F7422F06-6017-4361-8872-E0E2CEB20B48}"/>
          </ac:spMkLst>
        </pc:spChg>
        <pc:spChg chg="add del">
          <ac:chgData name="Ebony Anderson" userId="d12249fb7a18c06f" providerId="LiveId" clId="{D6734CAA-FBC0-4818-98CB-DDFD0CD145BC}" dt="2025-08-17T22:55:24.668" v="470" actId="26606"/>
          <ac:spMkLst>
            <pc:docMk/>
            <pc:sldMk cId="0" sldId="267"/>
            <ac:spMk id="32" creationId="{DB9BFE9F-67FE-4BBC-BFED-6AA4C51D0049}"/>
          </ac:spMkLst>
        </pc:spChg>
        <pc:spChg chg="add del">
          <ac:chgData name="Ebony Anderson" userId="d12249fb7a18c06f" providerId="LiveId" clId="{D6734CAA-FBC0-4818-98CB-DDFD0CD145BC}" dt="2025-08-17T22:55:29.532" v="472" actId="26606"/>
          <ac:spMkLst>
            <pc:docMk/>
            <pc:sldMk cId="0" sldId="267"/>
            <ac:spMk id="34" creationId="{883F9AA6-0DA9-4F38-AA8A-C355838EB933}"/>
          </ac:spMkLst>
        </pc:spChg>
        <pc:spChg chg="add del">
          <ac:chgData name="Ebony Anderson" userId="d12249fb7a18c06f" providerId="LiveId" clId="{D6734CAA-FBC0-4818-98CB-DDFD0CD145BC}" dt="2025-08-17T22:55:54.610" v="474" actId="26606"/>
          <ac:spMkLst>
            <pc:docMk/>
            <pc:sldMk cId="0" sldId="267"/>
            <ac:spMk id="37" creationId="{90AAC386-A18D-4525-AD1B-4D227ED34C84}"/>
          </ac:spMkLst>
        </pc:spChg>
        <pc:spChg chg="add del">
          <ac:chgData name="Ebony Anderson" userId="d12249fb7a18c06f" providerId="LiveId" clId="{D6734CAA-FBC0-4818-98CB-DDFD0CD145BC}" dt="2025-08-17T22:56:04.162" v="476" actId="26606"/>
          <ac:spMkLst>
            <pc:docMk/>
            <pc:sldMk cId="0" sldId="267"/>
            <ac:spMk id="40" creationId="{F7422F06-6017-4361-8872-E0E2CEB20B48}"/>
          </ac:spMkLst>
        </pc:spChg>
        <pc:spChg chg="add del">
          <ac:chgData name="Ebony Anderson" userId="d12249fb7a18c06f" providerId="LiveId" clId="{D6734CAA-FBC0-4818-98CB-DDFD0CD145BC}" dt="2025-08-17T22:56:20.722" v="478" actId="26606"/>
          <ac:spMkLst>
            <pc:docMk/>
            <pc:sldMk cId="0" sldId="267"/>
            <ac:spMk id="42" creationId="{90AAC386-A18D-4525-AD1B-4D227ED34C84}"/>
          </ac:spMkLst>
        </pc:spChg>
        <pc:grpChg chg="mod">
          <ac:chgData name="Ebony Anderson" userId="d12249fb7a18c06f" providerId="LiveId" clId="{D6734CAA-FBC0-4818-98CB-DDFD0CD145BC}" dt="2025-08-18T00:21:45.575" v="556" actId="18245"/>
          <ac:grpSpMkLst>
            <pc:docMk/>
            <pc:sldMk cId="0" sldId="267"/>
            <ac:grpSpMk id="5" creationId="{0D33A62E-3CCA-1542-A955-A5AEB497C21F}"/>
          </ac:grpSpMkLst>
        </pc:grpChg>
        <pc:graphicFrameChg chg="add del mod modGraphic">
          <ac:chgData name="Ebony Anderson" userId="d12249fb7a18c06f" providerId="LiveId" clId="{D6734CAA-FBC0-4818-98CB-DDFD0CD145BC}" dt="2025-08-18T00:28:46.535" v="564" actId="26606"/>
          <ac:graphicFrameMkLst>
            <pc:docMk/>
            <pc:sldMk cId="0" sldId="267"/>
            <ac:graphicFrameMk id="3" creationId="{33AC2CDA-A493-D584-EBA7-9D7FBFF55D6A}"/>
          </ac:graphicFrameMkLst>
        </pc:graphicFrameChg>
        <pc:graphicFrameChg chg="add del mod modGraphic">
          <ac:chgData name="Ebony Anderson" userId="d12249fb7a18c06f" providerId="LiveId" clId="{D6734CAA-FBC0-4818-98CB-DDFD0CD145BC}" dt="2025-08-17T23:03:49.253" v="483" actId="478"/>
          <ac:graphicFrameMkLst>
            <pc:docMk/>
            <pc:sldMk cId="0" sldId="267"/>
            <ac:graphicFrameMk id="25" creationId="{8A3D0524-4228-37B6-BE9A-9394A6FB1983}"/>
          </ac:graphicFrameMkLst>
        </pc:graphicFrameChg>
        <pc:graphicFrameChg chg="del mod">
          <ac:chgData name="Ebony Anderson" userId="d12249fb7a18c06f" providerId="LiveId" clId="{D6734CAA-FBC0-4818-98CB-DDFD0CD145BC}" dt="2025-08-17T22:52:54.473" v="462" actId="21"/>
          <ac:graphicFrameMkLst>
            <pc:docMk/>
            <pc:sldMk cId="0" sldId="267"/>
            <ac:graphicFrameMk id="26" creationId="{7E41E0DC-5534-CC84-E467-7E3B6B983215}"/>
          </ac:graphicFrameMkLst>
        </pc:graphicFrameChg>
        <pc:cxnChg chg="add del">
          <ac:chgData name="Ebony Anderson" userId="d12249fb7a18c06f" providerId="LiveId" clId="{D6734CAA-FBC0-4818-98CB-DDFD0CD145BC}" dt="2025-08-18T00:28:46.535" v="564" actId="26606"/>
          <ac:cxnSpMkLst>
            <pc:docMk/>
            <pc:sldMk cId="0" sldId="267"/>
            <ac:cxnSpMk id="16" creationId="{C34C4AD0-FE94-4E84-ACA6-CC5BF1A11822}"/>
          </ac:cxnSpMkLst>
        </pc:cxnChg>
        <pc:cxnChg chg="add del">
          <ac:chgData name="Ebony Anderson" userId="d12249fb7a18c06f" providerId="LiveId" clId="{D6734CAA-FBC0-4818-98CB-DDFD0CD145BC}" dt="2025-08-17T22:55:29.532" v="472" actId="26606"/>
          <ac:cxnSpMkLst>
            <pc:docMk/>
            <pc:sldMk cId="0" sldId="267"/>
            <ac:cxnSpMk id="35" creationId="{5C45FA27-EB18-4E04-8C96-68F7A0BC1DD9}"/>
          </ac:cxnSpMkLst>
        </pc:cxnChg>
        <pc:cxnChg chg="add del">
          <ac:chgData name="Ebony Anderson" userId="d12249fb7a18c06f" providerId="LiveId" clId="{D6734CAA-FBC0-4818-98CB-DDFD0CD145BC}" dt="2025-08-17T22:55:54.610" v="474" actId="26606"/>
          <ac:cxnSpMkLst>
            <pc:docMk/>
            <pc:sldMk cId="0" sldId="267"/>
            <ac:cxnSpMk id="38" creationId="{C34C4AD0-FE94-4E84-ACA6-CC5BF1A11822}"/>
          </ac:cxnSpMkLst>
        </pc:cxnChg>
        <pc:cxnChg chg="add del">
          <ac:chgData name="Ebony Anderson" userId="d12249fb7a18c06f" providerId="LiveId" clId="{D6734CAA-FBC0-4818-98CB-DDFD0CD145BC}" dt="2025-08-17T22:56:20.722" v="478" actId="26606"/>
          <ac:cxnSpMkLst>
            <pc:docMk/>
            <pc:sldMk cId="0" sldId="267"/>
            <ac:cxnSpMk id="43" creationId="{C34C4AD0-FE94-4E84-ACA6-CC5BF1A11822}"/>
          </ac:cxnSpMkLst>
        </pc:cxnChg>
      </pc:sldChg>
      <pc:sldChg chg="addSp delSp modSp add del mod ord setBg delDesignElem">
        <pc:chgData name="Ebony Anderson" userId="d12249fb7a18c06f" providerId="LiveId" clId="{D6734CAA-FBC0-4818-98CB-DDFD0CD145BC}" dt="2025-08-17T23:09:16.379" v="493" actId="2696"/>
        <pc:sldMkLst>
          <pc:docMk/>
          <pc:sldMk cId="0" sldId="268"/>
        </pc:sldMkLst>
        <pc:spChg chg="mod">
          <ac:chgData name="Ebony Anderson" userId="d12249fb7a18c06f" providerId="LiveId" clId="{D6734CAA-FBC0-4818-98CB-DDFD0CD145BC}" dt="2025-08-17T21:11:59.447" v="351" actId="26606"/>
          <ac:spMkLst>
            <pc:docMk/>
            <pc:sldMk cId="0" sldId="268"/>
            <ac:spMk id="2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7T21:11:59.453" v="352" actId="26606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7T21:11:59.447" v="351" actId="26606"/>
          <ac:spMkLst>
            <pc:docMk/>
            <pc:sldMk cId="0" sldId="268"/>
            <ac:spMk id="8" creationId="{00000000-0000-0000-0000-000000000000}"/>
          </ac:spMkLst>
        </pc:spChg>
        <pc:spChg chg="add del">
          <ac:chgData name="Ebony Anderson" userId="d12249fb7a18c06f" providerId="LiveId" clId="{D6734CAA-FBC0-4818-98CB-DDFD0CD145BC}" dt="2025-08-17T21:11:59.447" v="351" actId="26606"/>
          <ac:spMkLst>
            <pc:docMk/>
            <pc:sldMk cId="0" sldId="268"/>
            <ac:spMk id="10" creationId="{81AEB8A9-B768-4E30-BA55-D919E6687343}"/>
          </ac:spMkLst>
        </pc:spChg>
        <pc:spChg chg="add">
          <ac:chgData name="Ebony Anderson" userId="d12249fb7a18c06f" providerId="LiveId" clId="{D6734CAA-FBC0-4818-98CB-DDFD0CD145BC}" dt="2025-08-17T21:11:59.453" v="352" actId="26606"/>
          <ac:spMkLst>
            <pc:docMk/>
            <pc:sldMk cId="0" sldId="268"/>
            <ac:spMk id="12" creationId="{39E4C68A-A4A9-48A4-9FF2-D2896B1EA01F}"/>
          </ac:spMkLst>
        </pc:spChg>
        <pc:spChg chg="add">
          <ac:chgData name="Ebony Anderson" userId="d12249fb7a18c06f" providerId="LiveId" clId="{D6734CAA-FBC0-4818-98CB-DDFD0CD145BC}" dt="2025-08-17T21:11:59.453" v="352" actId="26606"/>
          <ac:spMkLst>
            <pc:docMk/>
            <pc:sldMk cId="0" sldId="268"/>
            <ac:spMk id="13" creationId="{E2B9AEA5-52CB-49A6-AF8A-33502F291B91}"/>
          </ac:spMkLst>
        </pc:spChg>
        <pc:spChg chg="add mod">
          <ac:chgData name="Ebony Anderson" userId="d12249fb7a18c06f" providerId="LiveId" clId="{D6734CAA-FBC0-4818-98CB-DDFD0CD145BC}" dt="2025-08-17T23:05:49.567" v="486" actId="20577"/>
          <ac:spMkLst>
            <pc:docMk/>
            <pc:sldMk cId="0" sldId="268"/>
            <ac:spMk id="14" creationId="{00000000-0000-0000-0000-000000000000}"/>
          </ac:spMkLst>
        </pc:spChg>
        <pc:spChg chg="del">
          <ac:chgData name="Ebony Anderson" userId="d12249fb7a18c06f" providerId="LiveId" clId="{D6734CAA-FBC0-4818-98CB-DDFD0CD145BC}" dt="2025-08-17T21:11:33.511" v="347"/>
          <ac:spMkLst>
            <pc:docMk/>
            <pc:sldMk cId="0" sldId="268"/>
            <ac:spMk id="16" creationId="{39E4C68A-A4A9-48A4-9FF2-D2896B1EA01F}"/>
          </ac:spMkLst>
        </pc:spChg>
        <pc:spChg chg="del">
          <ac:chgData name="Ebony Anderson" userId="d12249fb7a18c06f" providerId="LiveId" clId="{D6734CAA-FBC0-4818-98CB-DDFD0CD145BC}" dt="2025-08-17T21:11:33.511" v="347"/>
          <ac:spMkLst>
            <pc:docMk/>
            <pc:sldMk cId="0" sldId="268"/>
            <ac:spMk id="17" creationId="{E2B9AEA5-52CB-49A6-AF8A-33502F291B91}"/>
          </ac:spMkLst>
        </pc:spChg>
        <pc:graphicFrameChg chg="add del">
          <ac:chgData name="Ebony Anderson" userId="d12249fb7a18c06f" providerId="LiveId" clId="{D6734CAA-FBC0-4818-98CB-DDFD0CD145BC}" dt="2025-08-17T21:11:55.773" v="349" actId="26606"/>
          <ac:graphicFrameMkLst>
            <pc:docMk/>
            <pc:sldMk cId="0" sldId="268"/>
            <ac:graphicFrameMk id="5" creationId="{77B3EFC5-833D-E577-F047-ABFF162E4B9F}"/>
          </ac:graphicFrameMkLst>
        </pc:graphicFrameChg>
        <pc:picChg chg="add del">
          <ac:chgData name="Ebony Anderson" userId="d12249fb7a18c06f" providerId="LiveId" clId="{D6734CAA-FBC0-4818-98CB-DDFD0CD145BC}" dt="2025-08-17T21:11:59.447" v="351" actId="26606"/>
          <ac:picMkLst>
            <pc:docMk/>
            <pc:sldMk cId="0" sldId="268"/>
            <ac:picMk id="7" creationId="{01221208-894F-9D43-26B6-7550C33F4995}"/>
          </ac:picMkLst>
        </pc:picChg>
      </pc:sldChg>
      <pc:sldChg chg="addSp delSp modSp add del mod setBg delDesignElem">
        <pc:chgData name="Ebony Anderson" userId="d12249fb7a18c06f" providerId="LiveId" clId="{D6734CAA-FBC0-4818-98CB-DDFD0CD145BC}" dt="2025-08-17T22:58:25.535" v="481" actId="2696"/>
        <pc:sldMkLst>
          <pc:docMk/>
          <pc:sldMk cId="0" sldId="269"/>
        </pc:sldMkLst>
        <pc:spChg chg="add mod">
          <ac:chgData name="Ebony Anderson" userId="d12249fb7a18c06f" providerId="LiveId" clId="{D6734CAA-FBC0-4818-98CB-DDFD0CD145BC}" dt="2025-08-17T22:46:41.751" v="433" actId="21"/>
          <ac:spMkLst>
            <pc:docMk/>
            <pc:sldMk cId="0" sldId="269"/>
            <ac:spMk id="4" creationId="{558DF481-44C6-612D-D393-E343091D51BC}"/>
          </ac:spMkLst>
        </pc:spChg>
        <pc:spChg chg="del">
          <ac:chgData name="Ebony Anderson" userId="d12249fb7a18c06f" providerId="LiveId" clId="{D6734CAA-FBC0-4818-98CB-DDFD0CD145BC}" dt="2025-08-17T22:46:22.084" v="431"/>
          <ac:spMkLst>
            <pc:docMk/>
            <pc:sldMk cId="0" sldId="269"/>
            <ac:spMk id="9" creationId="{F7422F06-6017-4361-8872-E0E2CEB20B48}"/>
          </ac:spMkLst>
        </pc:spChg>
        <pc:spChg chg="del">
          <ac:chgData name="Ebony Anderson" userId="d12249fb7a18c06f" providerId="LiveId" clId="{D6734CAA-FBC0-4818-98CB-DDFD0CD145BC}" dt="2025-08-17T21:11:06.311" v="343"/>
          <ac:spMkLst>
            <pc:docMk/>
            <pc:sldMk cId="0" sldId="269"/>
            <ac:spMk id="16" creationId="{39E4C68A-A4A9-48A4-9FF2-D2896B1EA01F}"/>
          </ac:spMkLst>
        </pc:spChg>
        <pc:spChg chg="del">
          <ac:chgData name="Ebony Anderson" userId="d12249fb7a18c06f" providerId="LiveId" clId="{D6734CAA-FBC0-4818-98CB-DDFD0CD145BC}" dt="2025-08-17T21:11:06.311" v="343"/>
          <ac:spMkLst>
            <pc:docMk/>
            <pc:sldMk cId="0" sldId="269"/>
            <ac:spMk id="17" creationId="{E2B9AEA5-52CB-49A6-AF8A-33502F291B91}"/>
          </ac:spMkLst>
        </pc:spChg>
        <pc:graphicFrameChg chg="del mod">
          <ac:chgData name="Ebony Anderson" userId="d12249fb7a18c06f" providerId="LiveId" clId="{D6734CAA-FBC0-4818-98CB-DDFD0CD145BC}" dt="2025-08-17T22:46:41.751" v="433" actId="21"/>
          <ac:graphicFrameMkLst>
            <pc:docMk/>
            <pc:sldMk cId="0" sldId="269"/>
            <ac:graphicFrameMk id="7" creationId="{8A3D0524-4228-37B6-BE9A-9394A6FB1983}"/>
          </ac:graphicFrameMkLst>
        </pc:graphicFrameChg>
      </pc:sldChg>
      <pc:sldChg chg="new del">
        <pc:chgData name="Ebony Anderson" userId="d12249fb7a18c06f" providerId="LiveId" clId="{D6734CAA-FBC0-4818-98CB-DDFD0CD145BC}" dt="2025-08-17T23:08:45.930" v="492" actId="2696"/>
        <pc:sldMkLst>
          <pc:docMk/>
          <pc:sldMk cId="3711651217" sldId="269"/>
        </pc:sldMkLst>
      </pc:sldChg>
      <pc:sldChg chg="modSp add mod">
        <pc:chgData name="Ebony Anderson" userId="d12249fb7a18c06f" providerId="LiveId" clId="{D6734CAA-FBC0-4818-98CB-DDFD0CD145BC}" dt="2025-08-17T23:50:39.014" v="519" actId="20577"/>
        <pc:sldMkLst>
          <pc:docMk/>
          <pc:sldMk cId="0" sldId="270"/>
        </pc:sldMkLst>
        <pc:graphicFrameChg chg="mod modGraphic">
          <ac:chgData name="Ebony Anderson" userId="d12249fb7a18c06f" providerId="LiveId" clId="{D6734CAA-FBC0-4818-98CB-DDFD0CD145BC}" dt="2025-08-17T23:50:39.014" v="519" actId="20577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4506D4-059D-40D3-B27F-4803EA0D5D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D7B31F-3C18-4354-9BA8-B87BBE607BE7}">
      <dgm:prSet/>
      <dgm:spPr/>
      <dgm:t>
        <a:bodyPr/>
        <a:lstStyle/>
        <a:p>
          <a:r>
            <a:rPr lang="en-US"/>
            <a:t>ChadaTech shifted from a traditional waterfall process to a Scrum-Agile approach for the SNHU Travel project.</a:t>
          </a:r>
        </a:p>
      </dgm:t>
    </dgm:pt>
    <dgm:pt modelId="{2CA316B7-E607-4419-83F8-5A5F037A88DB}" type="parTrans" cxnId="{5E6E26B6-DE97-4C41-A15F-70D356000C21}">
      <dgm:prSet/>
      <dgm:spPr/>
      <dgm:t>
        <a:bodyPr/>
        <a:lstStyle/>
        <a:p>
          <a:endParaRPr lang="en-US"/>
        </a:p>
      </dgm:t>
    </dgm:pt>
    <dgm:pt modelId="{5C92569B-8595-478C-8532-6CA880B098F1}" type="sibTrans" cxnId="{5E6E26B6-DE97-4C41-A15F-70D356000C21}">
      <dgm:prSet/>
      <dgm:spPr/>
      <dgm:t>
        <a:bodyPr/>
        <a:lstStyle/>
        <a:p>
          <a:endParaRPr lang="en-US"/>
        </a:p>
      </dgm:t>
    </dgm:pt>
    <dgm:pt modelId="{0F1C2FF8-69BD-4031-A8DA-54DBFDE3F93F}">
      <dgm:prSet/>
      <dgm:spPr/>
      <dgm:t>
        <a:bodyPr/>
        <a:lstStyle/>
        <a:p>
          <a:r>
            <a:rPr lang="en-US"/>
            <a:t>Goal: Deliver faster, adapt to change, improve collaboration.</a:t>
          </a:r>
        </a:p>
      </dgm:t>
    </dgm:pt>
    <dgm:pt modelId="{9739C16B-1511-43CA-B43D-71F31D10EDD2}" type="parTrans" cxnId="{ADF2F6BF-20F2-407B-919A-0A1C3071FEC5}">
      <dgm:prSet/>
      <dgm:spPr/>
      <dgm:t>
        <a:bodyPr/>
        <a:lstStyle/>
        <a:p>
          <a:endParaRPr lang="en-US"/>
        </a:p>
      </dgm:t>
    </dgm:pt>
    <dgm:pt modelId="{E1F6BDC5-F5C4-4B0C-8D75-34991D613567}" type="sibTrans" cxnId="{ADF2F6BF-20F2-407B-919A-0A1C3071FEC5}">
      <dgm:prSet/>
      <dgm:spPr/>
      <dgm:t>
        <a:bodyPr/>
        <a:lstStyle/>
        <a:p>
          <a:endParaRPr lang="en-US"/>
        </a:p>
      </dgm:t>
    </dgm:pt>
    <dgm:pt modelId="{4075BD8D-515A-45FF-87D8-7CBE514A2506}">
      <dgm:prSet/>
      <dgm:spPr/>
      <dgm:t>
        <a:bodyPr/>
        <a:lstStyle/>
        <a:p>
          <a:r>
            <a:rPr lang="en-US" dirty="0"/>
            <a:t>Role: Scrum Master overseeing sprint planning, execution, and retrospectives </a:t>
          </a:r>
          <a:r>
            <a:rPr lang="en-US" i="1" dirty="0"/>
            <a:t>(Cobb, 2015)</a:t>
          </a:r>
          <a:r>
            <a:rPr lang="en-US" i="0" dirty="0"/>
            <a:t>.</a:t>
          </a:r>
          <a:endParaRPr lang="en-US" i="1" dirty="0"/>
        </a:p>
      </dgm:t>
    </dgm:pt>
    <dgm:pt modelId="{48E8C5F7-673B-4F1F-8C88-3759FB46A0FC}" type="parTrans" cxnId="{B014E5D7-D39C-40CC-8BA1-47087BA221C1}">
      <dgm:prSet/>
      <dgm:spPr/>
      <dgm:t>
        <a:bodyPr/>
        <a:lstStyle/>
        <a:p>
          <a:endParaRPr lang="en-US"/>
        </a:p>
      </dgm:t>
    </dgm:pt>
    <dgm:pt modelId="{304F501A-8CFE-4B21-B813-09E2B1FBB728}" type="sibTrans" cxnId="{B014E5D7-D39C-40CC-8BA1-47087BA221C1}">
      <dgm:prSet/>
      <dgm:spPr/>
      <dgm:t>
        <a:bodyPr/>
        <a:lstStyle/>
        <a:p>
          <a:endParaRPr lang="en-US"/>
        </a:p>
      </dgm:t>
    </dgm:pt>
    <dgm:pt modelId="{5837B27D-801F-4604-A15C-2AB2DA3525E7}" type="pres">
      <dgm:prSet presAssocID="{3E4506D4-059D-40D3-B27F-4803EA0D5D5C}" presName="linear" presStyleCnt="0">
        <dgm:presLayoutVars>
          <dgm:animLvl val="lvl"/>
          <dgm:resizeHandles val="exact"/>
        </dgm:presLayoutVars>
      </dgm:prSet>
      <dgm:spPr/>
    </dgm:pt>
    <dgm:pt modelId="{FA034263-24B8-4DD6-A7FA-3A3A92260771}" type="pres">
      <dgm:prSet presAssocID="{14D7B31F-3C18-4354-9BA8-B87BBE607B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FE738A-1AC9-4D85-BE97-674757BBA86D}" type="pres">
      <dgm:prSet presAssocID="{5C92569B-8595-478C-8532-6CA880B098F1}" presName="spacer" presStyleCnt="0"/>
      <dgm:spPr/>
    </dgm:pt>
    <dgm:pt modelId="{E5DD3AD3-4B34-45C9-AEF0-01EC9AB31B56}" type="pres">
      <dgm:prSet presAssocID="{0F1C2FF8-69BD-4031-A8DA-54DBFDE3F9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33EC95-DE33-49C5-AEB9-0DBC703FE6F6}" type="pres">
      <dgm:prSet presAssocID="{E1F6BDC5-F5C4-4B0C-8D75-34991D613567}" presName="spacer" presStyleCnt="0"/>
      <dgm:spPr/>
    </dgm:pt>
    <dgm:pt modelId="{89AE0ADC-4C16-4AA4-880C-A2792D1C1A2F}" type="pres">
      <dgm:prSet presAssocID="{4075BD8D-515A-45FF-87D8-7CBE514A25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A50B33-C765-49B8-909C-5B37524068D0}" type="presOf" srcId="{0F1C2FF8-69BD-4031-A8DA-54DBFDE3F93F}" destId="{E5DD3AD3-4B34-45C9-AEF0-01EC9AB31B56}" srcOrd="0" destOrd="0" presId="urn:microsoft.com/office/officeart/2005/8/layout/vList2"/>
    <dgm:cxn modelId="{92659186-B34A-4662-955E-075876CCA8B3}" type="presOf" srcId="{14D7B31F-3C18-4354-9BA8-B87BBE607BE7}" destId="{FA034263-24B8-4DD6-A7FA-3A3A92260771}" srcOrd="0" destOrd="0" presId="urn:microsoft.com/office/officeart/2005/8/layout/vList2"/>
    <dgm:cxn modelId="{70FA4093-4309-41DC-9A24-983104D3A0C0}" type="presOf" srcId="{3E4506D4-059D-40D3-B27F-4803EA0D5D5C}" destId="{5837B27D-801F-4604-A15C-2AB2DA3525E7}" srcOrd="0" destOrd="0" presId="urn:microsoft.com/office/officeart/2005/8/layout/vList2"/>
    <dgm:cxn modelId="{11248AA0-23DA-4D0E-BFDE-7EEEC8925CD2}" type="presOf" srcId="{4075BD8D-515A-45FF-87D8-7CBE514A2506}" destId="{89AE0ADC-4C16-4AA4-880C-A2792D1C1A2F}" srcOrd="0" destOrd="0" presId="urn:microsoft.com/office/officeart/2005/8/layout/vList2"/>
    <dgm:cxn modelId="{5E6E26B6-DE97-4C41-A15F-70D356000C21}" srcId="{3E4506D4-059D-40D3-B27F-4803EA0D5D5C}" destId="{14D7B31F-3C18-4354-9BA8-B87BBE607BE7}" srcOrd="0" destOrd="0" parTransId="{2CA316B7-E607-4419-83F8-5A5F037A88DB}" sibTransId="{5C92569B-8595-478C-8532-6CA880B098F1}"/>
    <dgm:cxn modelId="{ADF2F6BF-20F2-407B-919A-0A1C3071FEC5}" srcId="{3E4506D4-059D-40D3-B27F-4803EA0D5D5C}" destId="{0F1C2FF8-69BD-4031-A8DA-54DBFDE3F93F}" srcOrd="1" destOrd="0" parTransId="{9739C16B-1511-43CA-B43D-71F31D10EDD2}" sibTransId="{E1F6BDC5-F5C4-4B0C-8D75-34991D613567}"/>
    <dgm:cxn modelId="{B014E5D7-D39C-40CC-8BA1-47087BA221C1}" srcId="{3E4506D4-059D-40D3-B27F-4803EA0D5D5C}" destId="{4075BD8D-515A-45FF-87D8-7CBE514A2506}" srcOrd="2" destOrd="0" parTransId="{48E8C5F7-673B-4F1F-8C88-3759FB46A0FC}" sibTransId="{304F501A-8CFE-4B21-B813-09E2B1FBB728}"/>
    <dgm:cxn modelId="{B9DF0392-BCAE-4DC6-B6F7-2157977EC1F1}" type="presParOf" srcId="{5837B27D-801F-4604-A15C-2AB2DA3525E7}" destId="{FA034263-24B8-4DD6-A7FA-3A3A92260771}" srcOrd="0" destOrd="0" presId="urn:microsoft.com/office/officeart/2005/8/layout/vList2"/>
    <dgm:cxn modelId="{1B3AB15E-A066-48F7-92F2-6AF3BF085EFD}" type="presParOf" srcId="{5837B27D-801F-4604-A15C-2AB2DA3525E7}" destId="{7CFE738A-1AC9-4D85-BE97-674757BBA86D}" srcOrd="1" destOrd="0" presId="urn:microsoft.com/office/officeart/2005/8/layout/vList2"/>
    <dgm:cxn modelId="{B4A9E71B-2F77-4C07-87DF-3D3327EC809E}" type="presParOf" srcId="{5837B27D-801F-4604-A15C-2AB2DA3525E7}" destId="{E5DD3AD3-4B34-45C9-AEF0-01EC9AB31B56}" srcOrd="2" destOrd="0" presId="urn:microsoft.com/office/officeart/2005/8/layout/vList2"/>
    <dgm:cxn modelId="{AE7F0EE0-AA83-4F65-91FA-4BEC37E51E6D}" type="presParOf" srcId="{5837B27D-801F-4604-A15C-2AB2DA3525E7}" destId="{6B33EC95-DE33-49C5-AEB9-0DBC703FE6F6}" srcOrd="3" destOrd="0" presId="urn:microsoft.com/office/officeart/2005/8/layout/vList2"/>
    <dgm:cxn modelId="{FEE03561-DA4E-40A1-A0C2-A398685F1F77}" type="presParOf" srcId="{5837B27D-801F-4604-A15C-2AB2DA3525E7}" destId="{89AE0ADC-4C16-4AA4-880C-A2792D1C1A2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1C47CF-A505-45A9-B67F-FE3965E6EB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E1966A5-B4C6-43C6-A860-F7BA91A63248}">
      <dgm:prSet/>
      <dgm:spPr/>
      <dgm:t>
        <a:bodyPr/>
        <a:lstStyle/>
        <a:p>
          <a:r>
            <a:rPr lang="en-US" dirty="0"/>
            <a:t>Product Owner – Prioritized high-value features like 'Last-Minute Deals' </a:t>
          </a:r>
          <a:r>
            <a:rPr lang="en-US" i="1" dirty="0"/>
            <a:t>(Cobb, 2015)</a:t>
          </a:r>
          <a:r>
            <a:rPr lang="en-US" i="0" dirty="0"/>
            <a:t>.</a:t>
          </a:r>
          <a:endParaRPr lang="en-US" i="1" dirty="0"/>
        </a:p>
      </dgm:t>
    </dgm:pt>
    <dgm:pt modelId="{374C71D6-4DE3-4C67-BE76-2CE6D60A0DDD}" type="parTrans" cxnId="{E557663C-92F6-46A6-B1F2-B0FF1200653D}">
      <dgm:prSet/>
      <dgm:spPr/>
      <dgm:t>
        <a:bodyPr/>
        <a:lstStyle/>
        <a:p>
          <a:endParaRPr lang="en-US"/>
        </a:p>
      </dgm:t>
    </dgm:pt>
    <dgm:pt modelId="{F1FB4E25-3D9B-40DC-8D36-9296C516F2C0}" type="sibTrans" cxnId="{E557663C-92F6-46A6-B1F2-B0FF1200653D}">
      <dgm:prSet/>
      <dgm:spPr/>
      <dgm:t>
        <a:bodyPr/>
        <a:lstStyle/>
        <a:p>
          <a:endParaRPr lang="en-US"/>
        </a:p>
      </dgm:t>
    </dgm:pt>
    <dgm:pt modelId="{A46E2E5E-1BE8-4632-A3A7-48D6B939715B}">
      <dgm:prSet/>
      <dgm:spPr/>
      <dgm:t>
        <a:bodyPr/>
        <a:lstStyle/>
        <a:p>
          <a:r>
            <a:rPr lang="en-US" dirty="0"/>
            <a:t>Scrum Master – Facilitated meetings, removed blockers; resolved API issue with sandbox.</a:t>
          </a:r>
        </a:p>
      </dgm:t>
    </dgm:pt>
    <dgm:pt modelId="{AF9F862D-FA8F-4E65-B853-84BD1EABBA35}" type="parTrans" cxnId="{09A15CF5-D464-40C6-8145-74D9EF914862}">
      <dgm:prSet/>
      <dgm:spPr/>
      <dgm:t>
        <a:bodyPr/>
        <a:lstStyle/>
        <a:p>
          <a:endParaRPr lang="en-US"/>
        </a:p>
      </dgm:t>
    </dgm:pt>
    <dgm:pt modelId="{44642D1D-A327-41FA-991D-B07F8380BA70}" type="sibTrans" cxnId="{09A15CF5-D464-40C6-8145-74D9EF914862}">
      <dgm:prSet/>
      <dgm:spPr/>
      <dgm:t>
        <a:bodyPr/>
        <a:lstStyle/>
        <a:p>
          <a:endParaRPr lang="en-US"/>
        </a:p>
      </dgm:t>
    </dgm:pt>
    <dgm:pt modelId="{C3112CCD-D99E-4C83-9F48-1BD78313379A}">
      <dgm:prSet/>
      <dgm:spPr/>
      <dgm:t>
        <a:bodyPr/>
        <a:lstStyle/>
        <a:p>
          <a:r>
            <a:rPr lang="en-US" dirty="0"/>
            <a:t>Development Team – Split tasks (booking form vs search logic) to finish early on some features.</a:t>
          </a:r>
        </a:p>
      </dgm:t>
    </dgm:pt>
    <dgm:pt modelId="{9C5A33DD-4CDE-4CB5-B9C1-A8FF6CD43363}" type="parTrans" cxnId="{57FDA84C-2A7A-4ED6-8619-0D311B2DD7C3}">
      <dgm:prSet/>
      <dgm:spPr/>
      <dgm:t>
        <a:bodyPr/>
        <a:lstStyle/>
        <a:p>
          <a:endParaRPr lang="en-US"/>
        </a:p>
      </dgm:t>
    </dgm:pt>
    <dgm:pt modelId="{6C14326C-1844-41DE-B6E4-96AA90E43D80}" type="sibTrans" cxnId="{57FDA84C-2A7A-4ED6-8619-0D311B2DD7C3}">
      <dgm:prSet/>
      <dgm:spPr/>
      <dgm:t>
        <a:bodyPr/>
        <a:lstStyle/>
        <a:p>
          <a:endParaRPr lang="en-US"/>
        </a:p>
      </dgm:t>
    </dgm:pt>
    <dgm:pt modelId="{C1534BB5-2F9C-460E-87C6-5BFFE0F65E0E}" type="pres">
      <dgm:prSet presAssocID="{A71C47CF-A505-45A9-B67F-FE3965E6EB9A}" presName="root" presStyleCnt="0">
        <dgm:presLayoutVars>
          <dgm:dir/>
          <dgm:resizeHandles val="exact"/>
        </dgm:presLayoutVars>
      </dgm:prSet>
      <dgm:spPr/>
    </dgm:pt>
    <dgm:pt modelId="{ACAFBAD6-199A-45BF-A0AA-91630EEB9EF9}" type="pres">
      <dgm:prSet presAssocID="{DE1966A5-B4C6-43C6-A860-F7BA91A63248}" presName="compNode" presStyleCnt="0"/>
      <dgm:spPr/>
    </dgm:pt>
    <dgm:pt modelId="{1238405A-9354-4317-94D8-CB209D3B40E3}" type="pres">
      <dgm:prSet presAssocID="{DE1966A5-B4C6-43C6-A860-F7BA91A63248}" presName="bgRect" presStyleLbl="bgShp" presStyleIdx="0" presStyleCnt="3"/>
      <dgm:spPr/>
    </dgm:pt>
    <dgm:pt modelId="{02B6C986-67D1-489F-B3DC-07E91AFAC9C1}" type="pres">
      <dgm:prSet presAssocID="{DE1966A5-B4C6-43C6-A860-F7BA91A632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136FF9D-D62D-45E2-B8AB-D8324353F2A4}" type="pres">
      <dgm:prSet presAssocID="{DE1966A5-B4C6-43C6-A860-F7BA91A63248}" presName="spaceRect" presStyleCnt="0"/>
      <dgm:spPr/>
    </dgm:pt>
    <dgm:pt modelId="{CAD231C1-0A41-4E66-B206-E01E388B2327}" type="pres">
      <dgm:prSet presAssocID="{DE1966A5-B4C6-43C6-A860-F7BA91A63248}" presName="parTx" presStyleLbl="revTx" presStyleIdx="0" presStyleCnt="3">
        <dgm:presLayoutVars>
          <dgm:chMax val="0"/>
          <dgm:chPref val="0"/>
        </dgm:presLayoutVars>
      </dgm:prSet>
      <dgm:spPr/>
    </dgm:pt>
    <dgm:pt modelId="{C5A636AB-555E-4946-8278-AB2D75DB18D0}" type="pres">
      <dgm:prSet presAssocID="{F1FB4E25-3D9B-40DC-8D36-9296C516F2C0}" presName="sibTrans" presStyleCnt="0"/>
      <dgm:spPr/>
    </dgm:pt>
    <dgm:pt modelId="{99207967-6511-41F1-B651-2CB7FA426AFC}" type="pres">
      <dgm:prSet presAssocID="{A46E2E5E-1BE8-4632-A3A7-48D6B939715B}" presName="compNode" presStyleCnt="0"/>
      <dgm:spPr/>
    </dgm:pt>
    <dgm:pt modelId="{BA79292F-825B-4461-81A9-99C7BFA757A3}" type="pres">
      <dgm:prSet presAssocID="{A46E2E5E-1BE8-4632-A3A7-48D6B939715B}" presName="bgRect" presStyleLbl="bgShp" presStyleIdx="1" presStyleCnt="3"/>
      <dgm:spPr/>
    </dgm:pt>
    <dgm:pt modelId="{DE7690C9-9840-418C-B69D-EEC3BCCB4CAE}" type="pres">
      <dgm:prSet presAssocID="{A46E2E5E-1BE8-4632-A3A7-48D6B93971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line meeting with solid fill"/>
        </a:ext>
      </dgm:extLst>
    </dgm:pt>
    <dgm:pt modelId="{21EACA13-0B59-44B8-A707-3F1050E5C2A6}" type="pres">
      <dgm:prSet presAssocID="{A46E2E5E-1BE8-4632-A3A7-48D6B939715B}" presName="spaceRect" presStyleCnt="0"/>
      <dgm:spPr/>
    </dgm:pt>
    <dgm:pt modelId="{F90C07E0-0018-4E25-BE59-BCE1DEFDAD6C}" type="pres">
      <dgm:prSet presAssocID="{A46E2E5E-1BE8-4632-A3A7-48D6B939715B}" presName="parTx" presStyleLbl="revTx" presStyleIdx="1" presStyleCnt="3">
        <dgm:presLayoutVars>
          <dgm:chMax val="0"/>
          <dgm:chPref val="0"/>
        </dgm:presLayoutVars>
      </dgm:prSet>
      <dgm:spPr/>
    </dgm:pt>
    <dgm:pt modelId="{A9967C9F-5405-4184-9FB0-E254345D6D59}" type="pres">
      <dgm:prSet presAssocID="{44642D1D-A327-41FA-991D-B07F8380BA70}" presName="sibTrans" presStyleCnt="0"/>
      <dgm:spPr/>
    </dgm:pt>
    <dgm:pt modelId="{B5C6C6F9-E91D-490D-A843-EDB63BE06079}" type="pres">
      <dgm:prSet presAssocID="{C3112CCD-D99E-4C83-9F48-1BD78313379A}" presName="compNode" presStyleCnt="0"/>
      <dgm:spPr/>
    </dgm:pt>
    <dgm:pt modelId="{202CED2F-1387-4039-8C8E-C197865893B9}" type="pres">
      <dgm:prSet presAssocID="{C3112CCD-D99E-4C83-9F48-1BD78313379A}" presName="bgRect" presStyleLbl="bgShp" presStyleIdx="2" presStyleCnt="3"/>
      <dgm:spPr/>
    </dgm:pt>
    <dgm:pt modelId="{80942570-34FA-4010-AE8B-217ED2CD0E32}" type="pres">
      <dgm:prSet presAssocID="{C3112CCD-D99E-4C83-9F48-1BD7831337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0D207B2-50EA-414C-9982-C1CB61A87B4A}" type="pres">
      <dgm:prSet presAssocID="{C3112CCD-D99E-4C83-9F48-1BD78313379A}" presName="spaceRect" presStyleCnt="0"/>
      <dgm:spPr/>
    </dgm:pt>
    <dgm:pt modelId="{639609EB-AE32-4093-8A12-466BFCEA2F33}" type="pres">
      <dgm:prSet presAssocID="{C3112CCD-D99E-4C83-9F48-1BD78313379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0F8608-6412-448C-B2C5-6ECC94C61A83}" type="presOf" srcId="{A46E2E5E-1BE8-4632-A3A7-48D6B939715B}" destId="{F90C07E0-0018-4E25-BE59-BCE1DEFDAD6C}" srcOrd="0" destOrd="0" presId="urn:microsoft.com/office/officeart/2018/2/layout/IconVerticalSolidList"/>
    <dgm:cxn modelId="{2DC12F3A-70DD-480C-A220-E5DFD86E0A2E}" type="presOf" srcId="{DE1966A5-B4C6-43C6-A860-F7BA91A63248}" destId="{CAD231C1-0A41-4E66-B206-E01E388B2327}" srcOrd="0" destOrd="0" presId="urn:microsoft.com/office/officeart/2018/2/layout/IconVerticalSolidList"/>
    <dgm:cxn modelId="{E557663C-92F6-46A6-B1F2-B0FF1200653D}" srcId="{A71C47CF-A505-45A9-B67F-FE3965E6EB9A}" destId="{DE1966A5-B4C6-43C6-A860-F7BA91A63248}" srcOrd="0" destOrd="0" parTransId="{374C71D6-4DE3-4C67-BE76-2CE6D60A0DDD}" sibTransId="{F1FB4E25-3D9B-40DC-8D36-9296C516F2C0}"/>
    <dgm:cxn modelId="{57FDA84C-2A7A-4ED6-8619-0D311B2DD7C3}" srcId="{A71C47CF-A505-45A9-B67F-FE3965E6EB9A}" destId="{C3112CCD-D99E-4C83-9F48-1BD78313379A}" srcOrd="2" destOrd="0" parTransId="{9C5A33DD-4CDE-4CB5-B9C1-A8FF6CD43363}" sibTransId="{6C14326C-1844-41DE-B6E4-96AA90E43D80}"/>
    <dgm:cxn modelId="{A986B6BD-FE5A-4D28-B885-CF23E357F984}" type="presOf" srcId="{C3112CCD-D99E-4C83-9F48-1BD78313379A}" destId="{639609EB-AE32-4093-8A12-466BFCEA2F33}" srcOrd="0" destOrd="0" presId="urn:microsoft.com/office/officeart/2018/2/layout/IconVerticalSolidList"/>
    <dgm:cxn modelId="{C45496DB-40D9-4AC8-84BF-A0C27E48F1F0}" type="presOf" srcId="{A71C47CF-A505-45A9-B67F-FE3965E6EB9A}" destId="{C1534BB5-2F9C-460E-87C6-5BFFE0F65E0E}" srcOrd="0" destOrd="0" presId="urn:microsoft.com/office/officeart/2018/2/layout/IconVerticalSolidList"/>
    <dgm:cxn modelId="{09A15CF5-D464-40C6-8145-74D9EF914862}" srcId="{A71C47CF-A505-45A9-B67F-FE3965E6EB9A}" destId="{A46E2E5E-1BE8-4632-A3A7-48D6B939715B}" srcOrd="1" destOrd="0" parTransId="{AF9F862D-FA8F-4E65-B853-84BD1EABBA35}" sibTransId="{44642D1D-A327-41FA-991D-B07F8380BA70}"/>
    <dgm:cxn modelId="{B9AF4F4A-CF2A-4E3C-86E3-102002C457A0}" type="presParOf" srcId="{C1534BB5-2F9C-460E-87C6-5BFFE0F65E0E}" destId="{ACAFBAD6-199A-45BF-A0AA-91630EEB9EF9}" srcOrd="0" destOrd="0" presId="urn:microsoft.com/office/officeart/2018/2/layout/IconVerticalSolidList"/>
    <dgm:cxn modelId="{37E312E2-31CD-4F26-9E3F-44F699A91DDD}" type="presParOf" srcId="{ACAFBAD6-199A-45BF-A0AA-91630EEB9EF9}" destId="{1238405A-9354-4317-94D8-CB209D3B40E3}" srcOrd="0" destOrd="0" presId="urn:microsoft.com/office/officeart/2018/2/layout/IconVerticalSolidList"/>
    <dgm:cxn modelId="{0EA26A65-B5D5-48CC-AE50-03AD713C545E}" type="presParOf" srcId="{ACAFBAD6-199A-45BF-A0AA-91630EEB9EF9}" destId="{02B6C986-67D1-489F-B3DC-07E91AFAC9C1}" srcOrd="1" destOrd="0" presId="urn:microsoft.com/office/officeart/2018/2/layout/IconVerticalSolidList"/>
    <dgm:cxn modelId="{C901F296-5218-49CA-8A35-CC55F8FAA450}" type="presParOf" srcId="{ACAFBAD6-199A-45BF-A0AA-91630EEB9EF9}" destId="{3136FF9D-D62D-45E2-B8AB-D8324353F2A4}" srcOrd="2" destOrd="0" presId="urn:microsoft.com/office/officeart/2018/2/layout/IconVerticalSolidList"/>
    <dgm:cxn modelId="{BCC8803A-A6C9-4AF3-85C6-94D9135F3232}" type="presParOf" srcId="{ACAFBAD6-199A-45BF-A0AA-91630EEB9EF9}" destId="{CAD231C1-0A41-4E66-B206-E01E388B2327}" srcOrd="3" destOrd="0" presId="urn:microsoft.com/office/officeart/2018/2/layout/IconVerticalSolidList"/>
    <dgm:cxn modelId="{CDD4FA48-B960-48A5-B835-AB98E4480AF9}" type="presParOf" srcId="{C1534BB5-2F9C-460E-87C6-5BFFE0F65E0E}" destId="{C5A636AB-555E-4946-8278-AB2D75DB18D0}" srcOrd="1" destOrd="0" presId="urn:microsoft.com/office/officeart/2018/2/layout/IconVerticalSolidList"/>
    <dgm:cxn modelId="{28099410-AC2B-4340-9D42-D165A00751F3}" type="presParOf" srcId="{C1534BB5-2F9C-460E-87C6-5BFFE0F65E0E}" destId="{99207967-6511-41F1-B651-2CB7FA426AFC}" srcOrd="2" destOrd="0" presId="urn:microsoft.com/office/officeart/2018/2/layout/IconVerticalSolidList"/>
    <dgm:cxn modelId="{1B3DCEE7-3177-4B06-A936-01EFE608F82D}" type="presParOf" srcId="{99207967-6511-41F1-B651-2CB7FA426AFC}" destId="{BA79292F-825B-4461-81A9-99C7BFA757A3}" srcOrd="0" destOrd="0" presId="urn:microsoft.com/office/officeart/2018/2/layout/IconVerticalSolidList"/>
    <dgm:cxn modelId="{D828BC72-8D40-49D4-A8A6-DD91ACDE05AE}" type="presParOf" srcId="{99207967-6511-41F1-B651-2CB7FA426AFC}" destId="{DE7690C9-9840-418C-B69D-EEC3BCCB4CAE}" srcOrd="1" destOrd="0" presId="urn:microsoft.com/office/officeart/2018/2/layout/IconVerticalSolidList"/>
    <dgm:cxn modelId="{E90CCE9C-DE13-467B-A93A-D4FD4F01C63C}" type="presParOf" srcId="{99207967-6511-41F1-B651-2CB7FA426AFC}" destId="{21EACA13-0B59-44B8-A707-3F1050E5C2A6}" srcOrd="2" destOrd="0" presId="urn:microsoft.com/office/officeart/2018/2/layout/IconVerticalSolidList"/>
    <dgm:cxn modelId="{A681A10B-FAFF-4C27-89F8-61A2F13EA4B8}" type="presParOf" srcId="{99207967-6511-41F1-B651-2CB7FA426AFC}" destId="{F90C07E0-0018-4E25-BE59-BCE1DEFDAD6C}" srcOrd="3" destOrd="0" presId="urn:microsoft.com/office/officeart/2018/2/layout/IconVerticalSolidList"/>
    <dgm:cxn modelId="{D9660055-5EB9-4BF9-BAC3-51293A73B86C}" type="presParOf" srcId="{C1534BB5-2F9C-460E-87C6-5BFFE0F65E0E}" destId="{A9967C9F-5405-4184-9FB0-E254345D6D59}" srcOrd="3" destOrd="0" presId="urn:microsoft.com/office/officeart/2018/2/layout/IconVerticalSolidList"/>
    <dgm:cxn modelId="{827D36C3-C86B-45C6-809C-4868CFFF59E5}" type="presParOf" srcId="{C1534BB5-2F9C-460E-87C6-5BFFE0F65E0E}" destId="{B5C6C6F9-E91D-490D-A843-EDB63BE06079}" srcOrd="4" destOrd="0" presId="urn:microsoft.com/office/officeart/2018/2/layout/IconVerticalSolidList"/>
    <dgm:cxn modelId="{F0ECEFB4-6566-4E98-8815-5D0F0AB04C84}" type="presParOf" srcId="{B5C6C6F9-E91D-490D-A843-EDB63BE06079}" destId="{202CED2F-1387-4039-8C8E-C197865893B9}" srcOrd="0" destOrd="0" presId="urn:microsoft.com/office/officeart/2018/2/layout/IconVerticalSolidList"/>
    <dgm:cxn modelId="{E92AEF2F-D78E-4DBC-82B5-599B0AF23946}" type="presParOf" srcId="{B5C6C6F9-E91D-490D-A843-EDB63BE06079}" destId="{80942570-34FA-4010-AE8B-217ED2CD0E32}" srcOrd="1" destOrd="0" presId="urn:microsoft.com/office/officeart/2018/2/layout/IconVerticalSolidList"/>
    <dgm:cxn modelId="{B817947E-7B91-4CE9-B551-9AFD0A564499}" type="presParOf" srcId="{B5C6C6F9-E91D-490D-A843-EDB63BE06079}" destId="{50D207B2-50EA-414C-9982-C1CB61A87B4A}" srcOrd="2" destOrd="0" presId="urn:microsoft.com/office/officeart/2018/2/layout/IconVerticalSolidList"/>
    <dgm:cxn modelId="{37F3CE26-4C30-42CE-BC95-6E09015D06F0}" type="presParOf" srcId="{B5C6C6F9-E91D-490D-A843-EDB63BE06079}" destId="{639609EB-AE32-4093-8A12-466BFCEA2F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48A207-CB46-4758-8E67-3EE443A6FF7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77544E-E6D3-4B77-B2CC-33D15D03EA56}">
      <dgm:prSet/>
      <dgm:spPr/>
      <dgm:t>
        <a:bodyPr/>
        <a:lstStyle/>
        <a:p>
          <a:r>
            <a:rPr lang="en-US" dirty="0"/>
            <a:t>Small, clear user stories enabled fast development cycles </a:t>
          </a:r>
          <a:r>
            <a:rPr lang="en-US" i="1" dirty="0"/>
            <a:t>(Hamilton, 2014)</a:t>
          </a:r>
          <a:r>
            <a:rPr lang="en-US" dirty="0"/>
            <a:t>.</a:t>
          </a:r>
        </a:p>
      </dgm:t>
    </dgm:pt>
    <dgm:pt modelId="{E5A206A2-466F-4742-A84B-3E861249A9C1}" type="parTrans" cxnId="{0ADD7066-6CCA-4A99-BB5A-D8BB5102357E}">
      <dgm:prSet/>
      <dgm:spPr/>
      <dgm:t>
        <a:bodyPr/>
        <a:lstStyle/>
        <a:p>
          <a:endParaRPr lang="en-US"/>
        </a:p>
      </dgm:t>
    </dgm:pt>
    <dgm:pt modelId="{4A4AD83A-D42F-4AF1-A3A8-9F3467C1AB1B}" type="sibTrans" cxnId="{0ADD7066-6CCA-4A99-BB5A-D8BB5102357E}">
      <dgm:prSet/>
      <dgm:spPr/>
      <dgm:t>
        <a:bodyPr/>
        <a:lstStyle/>
        <a:p>
          <a:endParaRPr lang="en-US"/>
        </a:p>
      </dgm:t>
    </dgm:pt>
    <dgm:pt modelId="{0EA797C1-9E1F-4457-B7BC-A4E0818285C5}">
      <dgm:prSet/>
      <dgm:spPr/>
      <dgm:t>
        <a:bodyPr/>
        <a:lstStyle/>
        <a:p>
          <a:r>
            <a:rPr lang="en-US"/>
            <a:t>Example: Budget filter feature completed within one sprint.</a:t>
          </a:r>
        </a:p>
      </dgm:t>
    </dgm:pt>
    <dgm:pt modelId="{E79DB32E-E56A-4ECE-B781-41E72AB0F91C}" type="parTrans" cxnId="{EFFC8608-1446-4B6D-A3CE-6F175332353A}">
      <dgm:prSet/>
      <dgm:spPr/>
      <dgm:t>
        <a:bodyPr/>
        <a:lstStyle/>
        <a:p>
          <a:endParaRPr lang="en-US"/>
        </a:p>
      </dgm:t>
    </dgm:pt>
    <dgm:pt modelId="{E01E7254-D0B1-4323-B469-BACB43416484}" type="sibTrans" cxnId="{EFFC8608-1446-4B6D-A3CE-6F175332353A}">
      <dgm:prSet/>
      <dgm:spPr/>
      <dgm:t>
        <a:bodyPr/>
        <a:lstStyle/>
        <a:p>
          <a:endParaRPr lang="en-US"/>
        </a:p>
      </dgm:t>
    </dgm:pt>
    <dgm:pt modelId="{A9B7D349-B28A-42D1-A02D-280EFBF22514}">
      <dgm:prSet/>
      <dgm:spPr/>
      <dgm:t>
        <a:bodyPr/>
        <a:lstStyle/>
        <a:p>
          <a:r>
            <a:rPr lang="en-US"/>
            <a:t>Delivered early versions, collected feedback, and iterated without delays.</a:t>
          </a:r>
        </a:p>
      </dgm:t>
    </dgm:pt>
    <dgm:pt modelId="{A18B9A7D-85BF-4216-B156-4FEF9DE67798}" type="parTrans" cxnId="{62584566-06E7-4F80-A353-BA2E68FC442F}">
      <dgm:prSet/>
      <dgm:spPr/>
      <dgm:t>
        <a:bodyPr/>
        <a:lstStyle/>
        <a:p>
          <a:endParaRPr lang="en-US"/>
        </a:p>
      </dgm:t>
    </dgm:pt>
    <dgm:pt modelId="{38B8CC2B-D15A-46D9-A59A-94090F67135B}" type="sibTrans" cxnId="{62584566-06E7-4F80-A353-BA2E68FC442F}">
      <dgm:prSet/>
      <dgm:spPr/>
      <dgm:t>
        <a:bodyPr/>
        <a:lstStyle/>
        <a:p>
          <a:endParaRPr lang="en-US"/>
        </a:p>
      </dgm:t>
    </dgm:pt>
    <dgm:pt modelId="{59062B05-9CC3-4A2D-BC79-1DDAE81BC28E}" type="pres">
      <dgm:prSet presAssocID="{1A48A207-CB46-4758-8E67-3EE443A6FF7B}" presName="linear" presStyleCnt="0">
        <dgm:presLayoutVars>
          <dgm:animLvl val="lvl"/>
          <dgm:resizeHandles val="exact"/>
        </dgm:presLayoutVars>
      </dgm:prSet>
      <dgm:spPr/>
    </dgm:pt>
    <dgm:pt modelId="{2A5B7CAE-BA1E-4EC7-AF59-EC74DE030E07}" type="pres">
      <dgm:prSet presAssocID="{8B77544E-E6D3-4B77-B2CC-33D15D03EA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CA23E7-8F96-47DD-AD23-08C723B0A221}" type="pres">
      <dgm:prSet presAssocID="{4A4AD83A-D42F-4AF1-A3A8-9F3467C1AB1B}" presName="spacer" presStyleCnt="0"/>
      <dgm:spPr/>
    </dgm:pt>
    <dgm:pt modelId="{B9EB1831-603E-4607-B617-82819C5C8C3B}" type="pres">
      <dgm:prSet presAssocID="{0EA797C1-9E1F-4457-B7BC-A4E0818285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A73E7D-DF5B-467F-AF71-6F8E1113E09B}" type="pres">
      <dgm:prSet presAssocID="{E01E7254-D0B1-4323-B469-BACB43416484}" presName="spacer" presStyleCnt="0"/>
      <dgm:spPr/>
    </dgm:pt>
    <dgm:pt modelId="{B2B10DD7-3335-4882-B963-C06772F3A7CE}" type="pres">
      <dgm:prSet presAssocID="{A9B7D349-B28A-42D1-A02D-280EFBF2251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FFC8608-1446-4B6D-A3CE-6F175332353A}" srcId="{1A48A207-CB46-4758-8E67-3EE443A6FF7B}" destId="{0EA797C1-9E1F-4457-B7BC-A4E0818285C5}" srcOrd="1" destOrd="0" parTransId="{E79DB32E-E56A-4ECE-B781-41E72AB0F91C}" sibTransId="{E01E7254-D0B1-4323-B469-BACB43416484}"/>
    <dgm:cxn modelId="{0BF90B12-32F5-4606-94FB-E342F091579E}" type="presOf" srcId="{0EA797C1-9E1F-4457-B7BC-A4E0818285C5}" destId="{B9EB1831-603E-4607-B617-82819C5C8C3B}" srcOrd="0" destOrd="0" presId="urn:microsoft.com/office/officeart/2005/8/layout/vList2"/>
    <dgm:cxn modelId="{62584566-06E7-4F80-A353-BA2E68FC442F}" srcId="{1A48A207-CB46-4758-8E67-3EE443A6FF7B}" destId="{A9B7D349-B28A-42D1-A02D-280EFBF22514}" srcOrd="2" destOrd="0" parTransId="{A18B9A7D-85BF-4216-B156-4FEF9DE67798}" sibTransId="{38B8CC2B-D15A-46D9-A59A-94090F67135B}"/>
    <dgm:cxn modelId="{0ADD7066-6CCA-4A99-BB5A-D8BB5102357E}" srcId="{1A48A207-CB46-4758-8E67-3EE443A6FF7B}" destId="{8B77544E-E6D3-4B77-B2CC-33D15D03EA56}" srcOrd="0" destOrd="0" parTransId="{E5A206A2-466F-4742-A84B-3E861249A9C1}" sibTransId="{4A4AD83A-D42F-4AF1-A3A8-9F3467C1AB1B}"/>
    <dgm:cxn modelId="{C69E0C9B-A83E-4BDD-8361-16CDAB745F27}" type="presOf" srcId="{8B77544E-E6D3-4B77-B2CC-33D15D03EA56}" destId="{2A5B7CAE-BA1E-4EC7-AF59-EC74DE030E07}" srcOrd="0" destOrd="0" presId="urn:microsoft.com/office/officeart/2005/8/layout/vList2"/>
    <dgm:cxn modelId="{2195859D-1B25-4F95-B090-F97821BC4E7F}" type="presOf" srcId="{1A48A207-CB46-4758-8E67-3EE443A6FF7B}" destId="{59062B05-9CC3-4A2D-BC79-1DDAE81BC28E}" srcOrd="0" destOrd="0" presId="urn:microsoft.com/office/officeart/2005/8/layout/vList2"/>
    <dgm:cxn modelId="{53A15BE6-B86F-40BD-96FF-2FEED2F33A09}" type="presOf" srcId="{A9B7D349-B28A-42D1-A02D-280EFBF22514}" destId="{B2B10DD7-3335-4882-B963-C06772F3A7CE}" srcOrd="0" destOrd="0" presId="urn:microsoft.com/office/officeart/2005/8/layout/vList2"/>
    <dgm:cxn modelId="{ECFB2ABA-2BB9-4963-B110-3E8287A4C3B8}" type="presParOf" srcId="{59062B05-9CC3-4A2D-BC79-1DDAE81BC28E}" destId="{2A5B7CAE-BA1E-4EC7-AF59-EC74DE030E07}" srcOrd="0" destOrd="0" presId="urn:microsoft.com/office/officeart/2005/8/layout/vList2"/>
    <dgm:cxn modelId="{E4689132-0B49-4041-A804-6CB0944A3274}" type="presParOf" srcId="{59062B05-9CC3-4A2D-BC79-1DDAE81BC28E}" destId="{C4CA23E7-8F96-47DD-AD23-08C723B0A221}" srcOrd="1" destOrd="0" presId="urn:microsoft.com/office/officeart/2005/8/layout/vList2"/>
    <dgm:cxn modelId="{706CF7FC-2500-4F56-A4B4-A54B29BEC6D0}" type="presParOf" srcId="{59062B05-9CC3-4A2D-BC79-1DDAE81BC28E}" destId="{B9EB1831-603E-4607-B617-82819C5C8C3B}" srcOrd="2" destOrd="0" presId="urn:microsoft.com/office/officeart/2005/8/layout/vList2"/>
    <dgm:cxn modelId="{6D6F84AA-B7EF-4535-95DD-1C99BD40D946}" type="presParOf" srcId="{59062B05-9CC3-4A2D-BC79-1DDAE81BC28E}" destId="{05A73E7D-DF5B-467F-AF71-6F8E1113E09B}" srcOrd="3" destOrd="0" presId="urn:microsoft.com/office/officeart/2005/8/layout/vList2"/>
    <dgm:cxn modelId="{B58AB277-5644-43B6-9D0D-ED1543D049AC}" type="presParOf" srcId="{59062B05-9CC3-4A2D-BC79-1DDAE81BC28E}" destId="{B2B10DD7-3335-4882-B963-C06772F3A7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23105D-F8CC-46EA-88CA-967F237AAF0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1C6B50-80FF-4B53-86FB-8563B4F9F010}">
      <dgm:prSet/>
      <dgm:spPr/>
      <dgm:t>
        <a:bodyPr/>
        <a:lstStyle/>
        <a:p>
          <a:r>
            <a:rPr lang="en-US"/>
            <a:t>Planning → Requirements → Design → Development → Testing → Deployment</a:t>
          </a:r>
          <a:endParaRPr lang="en-US" dirty="0"/>
        </a:p>
      </dgm:t>
    </dgm:pt>
    <dgm:pt modelId="{1C78A4DD-29CB-4110-BE3E-A7F680D2E2DB}" type="parTrans" cxnId="{B8EA4A98-4860-44C5-8437-DC53ADA58F2B}">
      <dgm:prSet/>
      <dgm:spPr/>
      <dgm:t>
        <a:bodyPr/>
        <a:lstStyle/>
        <a:p>
          <a:endParaRPr lang="en-US"/>
        </a:p>
      </dgm:t>
    </dgm:pt>
    <dgm:pt modelId="{5F534B24-DF8D-4DCD-A95D-1E3EE3D7BBE1}" type="sibTrans" cxnId="{B8EA4A98-4860-44C5-8437-DC53ADA58F2B}">
      <dgm:prSet/>
      <dgm:spPr/>
      <dgm:t>
        <a:bodyPr/>
        <a:lstStyle/>
        <a:p>
          <a:endParaRPr lang="en-US"/>
        </a:p>
      </dgm:t>
    </dgm:pt>
    <dgm:pt modelId="{0C6453C1-2FF9-4D15-A26D-E0BF9A2BE5A5}">
      <dgm:prSet/>
      <dgm:spPr/>
      <dgm:t>
        <a:bodyPr/>
        <a:lstStyle/>
        <a:p>
          <a:r>
            <a:rPr lang="en-US"/>
            <a:t>Requirements: Capture evolving needs from stakeholders</a:t>
          </a:r>
          <a:endParaRPr lang="en-US" dirty="0"/>
        </a:p>
      </dgm:t>
    </dgm:pt>
    <dgm:pt modelId="{D9701048-F94D-4A73-B6F6-DB63B1848C03}" type="parTrans" cxnId="{A7BB3253-E277-43D0-AF11-65A8EFDA6A46}">
      <dgm:prSet/>
      <dgm:spPr/>
      <dgm:t>
        <a:bodyPr/>
        <a:lstStyle/>
        <a:p>
          <a:endParaRPr lang="en-US"/>
        </a:p>
      </dgm:t>
    </dgm:pt>
    <dgm:pt modelId="{82C629E6-0863-4E0B-91D6-3456027EFCF2}" type="sibTrans" cxnId="{A7BB3253-E277-43D0-AF11-65A8EFDA6A46}">
      <dgm:prSet/>
      <dgm:spPr/>
      <dgm:t>
        <a:bodyPr/>
        <a:lstStyle/>
        <a:p>
          <a:endParaRPr lang="en-US"/>
        </a:p>
      </dgm:t>
    </dgm:pt>
    <dgm:pt modelId="{C771645F-D095-463A-978D-04AB1BA9E61E}">
      <dgm:prSet/>
      <dgm:spPr/>
      <dgm:t>
        <a:bodyPr/>
        <a:lstStyle/>
        <a:p>
          <a:r>
            <a:rPr lang="en-US"/>
            <a:t>Design: Create flexible, iterative designs adaptable to change</a:t>
          </a:r>
          <a:endParaRPr lang="en-US" dirty="0"/>
        </a:p>
      </dgm:t>
    </dgm:pt>
    <dgm:pt modelId="{8B03A887-0ACD-4E4B-8E80-EABCB5E7EB72}" type="parTrans" cxnId="{51159C82-9E34-47E0-8ECA-B36E75D3FE2E}">
      <dgm:prSet/>
      <dgm:spPr/>
      <dgm:t>
        <a:bodyPr/>
        <a:lstStyle/>
        <a:p>
          <a:endParaRPr lang="en-US"/>
        </a:p>
      </dgm:t>
    </dgm:pt>
    <dgm:pt modelId="{0C12932A-0578-4EE2-B445-D89A6232635F}" type="sibTrans" cxnId="{51159C82-9E34-47E0-8ECA-B36E75D3FE2E}">
      <dgm:prSet/>
      <dgm:spPr/>
      <dgm:t>
        <a:bodyPr/>
        <a:lstStyle/>
        <a:p>
          <a:endParaRPr lang="en-US"/>
        </a:p>
      </dgm:t>
    </dgm:pt>
    <dgm:pt modelId="{1935ED03-6833-4DF0-AE35-676DB9546D92}">
      <dgm:prSet/>
      <dgm:spPr/>
      <dgm:t>
        <a:bodyPr/>
        <a:lstStyle/>
        <a:p>
          <a:r>
            <a:rPr lang="en-US"/>
            <a:t>Development: Build in increments, integrate feedback rapidly</a:t>
          </a:r>
          <a:endParaRPr lang="en-US" dirty="0"/>
        </a:p>
      </dgm:t>
    </dgm:pt>
    <dgm:pt modelId="{1CF16212-55A3-4984-A708-FFE5A066EBEF}" type="parTrans" cxnId="{6321D343-8A93-4026-A8AD-128DC32E0620}">
      <dgm:prSet/>
      <dgm:spPr/>
      <dgm:t>
        <a:bodyPr/>
        <a:lstStyle/>
        <a:p>
          <a:endParaRPr lang="en-US"/>
        </a:p>
      </dgm:t>
    </dgm:pt>
    <dgm:pt modelId="{3433E802-90E2-4B32-A47B-BA0195DCA4DA}" type="sibTrans" cxnId="{6321D343-8A93-4026-A8AD-128DC32E0620}">
      <dgm:prSet/>
      <dgm:spPr/>
      <dgm:t>
        <a:bodyPr/>
        <a:lstStyle/>
        <a:p>
          <a:endParaRPr lang="en-US"/>
        </a:p>
      </dgm:t>
    </dgm:pt>
    <dgm:pt modelId="{9A41644C-12D7-4224-9A5A-043FB44F3536}">
      <dgm:prSet/>
      <dgm:spPr/>
      <dgm:t>
        <a:bodyPr/>
        <a:lstStyle/>
        <a:p>
          <a:r>
            <a:rPr lang="en-US"/>
            <a:t>Deployment: Release usable increments frequently for early value delivery</a:t>
          </a:r>
          <a:endParaRPr lang="en-US" dirty="0"/>
        </a:p>
      </dgm:t>
    </dgm:pt>
    <dgm:pt modelId="{AF8DB992-E0CD-4412-BE8C-68CF6B50A4FE}" type="parTrans" cxnId="{29425349-60AB-42D5-9A68-30F817099041}">
      <dgm:prSet/>
      <dgm:spPr/>
      <dgm:t>
        <a:bodyPr/>
        <a:lstStyle/>
        <a:p>
          <a:endParaRPr lang="en-US"/>
        </a:p>
      </dgm:t>
    </dgm:pt>
    <dgm:pt modelId="{840C14DF-D3CB-4397-915E-53510DFDE4CA}" type="sibTrans" cxnId="{29425349-60AB-42D5-9A68-30F817099041}">
      <dgm:prSet/>
      <dgm:spPr/>
      <dgm:t>
        <a:bodyPr/>
        <a:lstStyle/>
        <a:p>
          <a:endParaRPr lang="en-US"/>
        </a:p>
      </dgm:t>
    </dgm:pt>
    <dgm:pt modelId="{1F7526F9-2554-47D6-BDC5-B21934EC56A3}">
      <dgm:prSet/>
      <dgm:spPr/>
      <dgm:t>
        <a:bodyPr/>
        <a:lstStyle/>
        <a:p>
          <a:r>
            <a:rPr lang="nb-NO"/>
            <a:t>(Bisikirskienė et al., 2023; Cobb, 2015)</a:t>
          </a:r>
          <a:endParaRPr lang="en-US" dirty="0"/>
        </a:p>
      </dgm:t>
    </dgm:pt>
    <dgm:pt modelId="{734836A4-6C2D-4490-BE71-4500BEE6C46F}" type="parTrans" cxnId="{E3AC3C4C-4AFD-4D91-898D-B0776BF49081}">
      <dgm:prSet/>
      <dgm:spPr/>
      <dgm:t>
        <a:bodyPr/>
        <a:lstStyle/>
        <a:p>
          <a:endParaRPr lang="en-US"/>
        </a:p>
      </dgm:t>
    </dgm:pt>
    <dgm:pt modelId="{52BFB9CC-1D35-4A40-9CEA-0A4AE7202ECE}" type="sibTrans" cxnId="{E3AC3C4C-4AFD-4D91-898D-B0776BF49081}">
      <dgm:prSet/>
      <dgm:spPr/>
      <dgm:t>
        <a:bodyPr/>
        <a:lstStyle/>
        <a:p>
          <a:endParaRPr lang="en-US"/>
        </a:p>
      </dgm:t>
    </dgm:pt>
    <dgm:pt modelId="{D7DF8AB3-DFCC-4CA9-88B9-34B154488E16}">
      <dgm:prSet/>
      <dgm:spPr/>
      <dgm:t>
        <a:bodyPr/>
        <a:lstStyle/>
        <a:p>
          <a:r>
            <a:rPr lang="en-US"/>
            <a:t>Testing: Continuous testing to ensure quality at each step</a:t>
          </a:r>
          <a:endParaRPr lang="en-US" dirty="0"/>
        </a:p>
      </dgm:t>
    </dgm:pt>
    <dgm:pt modelId="{6AB76CF4-BBEB-49CF-948F-897859FB6709}" type="sibTrans" cxnId="{A8E94817-1CDF-4AF4-8785-819DEB8EA135}">
      <dgm:prSet/>
      <dgm:spPr/>
      <dgm:t>
        <a:bodyPr/>
        <a:lstStyle/>
        <a:p>
          <a:endParaRPr lang="en-US"/>
        </a:p>
      </dgm:t>
    </dgm:pt>
    <dgm:pt modelId="{6FB01BC3-2AA0-4228-8655-A005C75D2DDB}" type="parTrans" cxnId="{A8E94817-1CDF-4AF4-8785-819DEB8EA135}">
      <dgm:prSet/>
      <dgm:spPr/>
      <dgm:t>
        <a:bodyPr/>
        <a:lstStyle/>
        <a:p>
          <a:endParaRPr lang="en-US"/>
        </a:p>
      </dgm:t>
    </dgm:pt>
    <dgm:pt modelId="{22E84B1B-2401-462A-A807-FE0A449BEE2E}">
      <dgm:prSet/>
      <dgm:spPr/>
      <dgm:t>
        <a:bodyPr/>
        <a:lstStyle/>
        <a:p>
          <a:r>
            <a:rPr lang="en-US"/>
            <a:t>Planning: Define goals and scope flexibly</a:t>
          </a:r>
          <a:endParaRPr lang="en-US" dirty="0"/>
        </a:p>
      </dgm:t>
    </dgm:pt>
    <dgm:pt modelId="{5157D236-C36F-47F5-A381-00C3B220D111}" type="sibTrans" cxnId="{93E234FF-FE35-4911-B93D-CC53392F2D3F}">
      <dgm:prSet/>
      <dgm:spPr/>
      <dgm:t>
        <a:bodyPr/>
        <a:lstStyle/>
        <a:p>
          <a:endParaRPr lang="en-US"/>
        </a:p>
      </dgm:t>
    </dgm:pt>
    <dgm:pt modelId="{94551730-7803-462B-9B4D-8DC62F31FD80}" type="parTrans" cxnId="{93E234FF-FE35-4911-B93D-CC53392F2D3F}">
      <dgm:prSet/>
      <dgm:spPr/>
      <dgm:t>
        <a:bodyPr/>
        <a:lstStyle/>
        <a:p>
          <a:endParaRPr lang="en-US"/>
        </a:p>
      </dgm:t>
    </dgm:pt>
    <dgm:pt modelId="{D9D19DC7-686A-431C-85D1-46E0F4024649}" type="pres">
      <dgm:prSet presAssocID="{9923105D-F8CC-46EA-88CA-967F237AAF06}" presName="Name0" presStyleCnt="0">
        <dgm:presLayoutVars>
          <dgm:dir/>
          <dgm:animLvl val="lvl"/>
          <dgm:resizeHandles val="exact"/>
        </dgm:presLayoutVars>
      </dgm:prSet>
      <dgm:spPr/>
    </dgm:pt>
    <dgm:pt modelId="{36C0B7E8-C5E1-461A-ADDD-01AA1BEDC913}" type="pres">
      <dgm:prSet presAssocID="{9A41644C-12D7-4224-9A5A-043FB44F3536}" presName="boxAndChildren" presStyleCnt="0"/>
      <dgm:spPr/>
    </dgm:pt>
    <dgm:pt modelId="{68848A1E-F719-477B-B9EE-031873DDB467}" type="pres">
      <dgm:prSet presAssocID="{9A41644C-12D7-4224-9A5A-043FB44F3536}" presName="parentTextBox" presStyleLbl="node1" presStyleIdx="0" presStyleCnt="7"/>
      <dgm:spPr/>
    </dgm:pt>
    <dgm:pt modelId="{26E827F5-5D94-4DDD-8CB3-F43F1F094816}" type="pres">
      <dgm:prSet presAssocID="{6AB76CF4-BBEB-49CF-948F-897859FB6709}" presName="sp" presStyleCnt="0"/>
      <dgm:spPr/>
    </dgm:pt>
    <dgm:pt modelId="{8D16007B-3FED-43A6-A18C-3462D0B420F5}" type="pres">
      <dgm:prSet presAssocID="{D7DF8AB3-DFCC-4CA9-88B9-34B154488E16}" presName="arrowAndChildren" presStyleCnt="0"/>
      <dgm:spPr/>
    </dgm:pt>
    <dgm:pt modelId="{6145E69B-7801-4DFF-A1F5-66523B1275D7}" type="pres">
      <dgm:prSet presAssocID="{D7DF8AB3-DFCC-4CA9-88B9-34B154488E16}" presName="parentTextArrow" presStyleLbl="node1" presStyleIdx="1" presStyleCnt="7"/>
      <dgm:spPr/>
    </dgm:pt>
    <dgm:pt modelId="{EFD17EC1-98DF-4498-8768-2457752CB4EC}" type="pres">
      <dgm:prSet presAssocID="{3433E802-90E2-4B32-A47B-BA0195DCA4DA}" presName="sp" presStyleCnt="0"/>
      <dgm:spPr/>
    </dgm:pt>
    <dgm:pt modelId="{CED0A968-6C3D-452C-893C-CA286C391746}" type="pres">
      <dgm:prSet presAssocID="{1935ED03-6833-4DF0-AE35-676DB9546D92}" presName="arrowAndChildren" presStyleCnt="0"/>
      <dgm:spPr/>
    </dgm:pt>
    <dgm:pt modelId="{D92729B1-7D34-41EC-ACB2-7160522C19BF}" type="pres">
      <dgm:prSet presAssocID="{1935ED03-6833-4DF0-AE35-676DB9546D92}" presName="parentTextArrow" presStyleLbl="node1" presStyleIdx="2" presStyleCnt="7"/>
      <dgm:spPr/>
    </dgm:pt>
    <dgm:pt modelId="{08EEF410-D520-496A-85D9-AE83249CD287}" type="pres">
      <dgm:prSet presAssocID="{0C12932A-0578-4EE2-B445-D89A6232635F}" presName="sp" presStyleCnt="0"/>
      <dgm:spPr/>
    </dgm:pt>
    <dgm:pt modelId="{672A069B-3B9A-42D6-9FE8-0E9A9E2800DB}" type="pres">
      <dgm:prSet presAssocID="{C771645F-D095-463A-978D-04AB1BA9E61E}" presName="arrowAndChildren" presStyleCnt="0"/>
      <dgm:spPr/>
    </dgm:pt>
    <dgm:pt modelId="{BBF8A503-DB19-47F3-B559-78B9E864B4E4}" type="pres">
      <dgm:prSet presAssocID="{C771645F-D095-463A-978D-04AB1BA9E61E}" presName="parentTextArrow" presStyleLbl="node1" presStyleIdx="3" presStyleCnt="7"/>
      <dgm:spPr/>
    </dgm:pt>
    <dgm:pt modelId="{BF0ED170-8AF0-4BFF-BCDA-D3B413F61958}" type="pres">
      <dgm:prSet presAssocID="{82C629E6-0863-4E0B-91D6-3456027EFCF2}" presName="sp" presStyleCnt="0"/>
      <dgm:spPr/>
    </dgm:pt>
    <dgm:pt modelId="{96C19E74-A7A8-4ECD-A8B8-C405ADCE92B7}" type="pres">
      <dgm:prSet presAssocID="{0C6453C1-2FF9-4D15-A26D-E0BF9A2BE5A5}" presName="arrowAndChildren" presStyleCnt="0"/>
      <dgm:spPr/>
    </dgm:pt>
    <dgm:pt modelId="{D4104EBA-FB85-4764-A356-A60CEC868641}" type="pres">
      <dgm:prSet presAssocID="{0C6453C1-2FF9-4D15-A26D-E0BF9A2BE5A5}" presName="parentTextArrow" presStyleLbl="node1" presStyleIdx="4" presStyleCnt="7"/>
      <dgm:spPr/>
    </dgm:pt>
    <dgm:pt modelId="{FC0681DA-0FFC-4CD8-81BA-0525A8E9B9A2}" type="pres">
      <dgm:prSet presAssocID="{5157D236-C36F-47F5-A381-00C3B220D111}" presName="sp" presStyleCnt="0"/>
      <dgm:spPr/>
    </dgm:pt>
    <dgm:pt modelId="{C6710BE5-3342-415F-99A6-084CC314E398}" type="pres">
      <dgm:prSet presAssocID="{22E84B1B-2401-462A-A807-FE0A449BEE2E}" presName="arrowAndChildren" presStyleCnt="0"/>
      <dgm:spPr/>
    </dgm:pt>
    <dgm:pt modelId="{546F8A15-9689-4C76-8C44-087DAA9BE9DD}" type="pres">
      <dgm:prSet presAssocID="{22E84B1B-2401-462A-A807-FE0A449BEE2E}" presName="parentTextArrow" presStyleLbl="node1" presStyleIdx="5" presStyleCnt="7"/>
      <dgm:spPr/>
    </dgm:pt>
    <dgm:pt modelId="{8C73D372-8B3C-4D69-9D08-8583236CA4CD}" type="pres">
      <dgm:prSet presAssocID="{5F534B24-DF8D-4DCD-A95D-1E3EE3D7BBE1}" presName="sp" presStyleCnt="0"/>
      <dgm:spPr/>
    </dgm:pt>
    <dgm:pt modelId="{04DB0212-B54A-46EA-BC15-587938C203A8}" type="pres">
      <dgm:prSet presAssocID="{251C6B50-80FF-4B53-86FB-8563B4F9F010}" presName="arrowAndChildren" presStyleCnt="0"/>
      <dgm:spPr/>
    </dgm:pt>
    <dgm:pt modelId="{95BAB1AA-BA2E-486D-B44E-615324A28D54}" type="pres">
      <dgm:prSet presAssocID="{251C6B50-80FF-4B53-86FB-8563B4F9F010}" presName="parentTextArrow" presStyleLbl="node1" presStyleIdx="5" presStyleCnt="7"/>
      <dgm:spPr/>
    </dgm:pt>
    <dgm:pt modelId="{7B67C14F-8E28-492D-A5A2-4A2BE3FA5DA7}" type="pres">
      <dgm:prSet presAssocID="{251C6B50-80FF-4B53-86FB-8563B4F9F010}" presName="arrow" presStyleLbl="node1" presStyleIdx="6" presStyleCnt="7"/>
      <dgm:spPr/>
    </dgm:pt>
    <dgm:pt modelId="{A99F740A-0A38-43D4-81D4-AA7CD69B339C}" type="pres">
      <dgm:prSet presAssocID="{251C6B50-80FF-4B53-86FB-8563B4F9F010}" presName="descendantArrow" presStyleCnt="0"/>
      <dgm:spPr/>
    </dgm:pt>
    <dgm:pt modelId="{890DBBC3-C984-47F5-806B-3A4F83379381}" type="pres">
      <dgm:prSet presAssocID="{1F7526F9-2554-47D6-BDC5-B21934EC56A3}" presName="childTextArrow" presStyleLbl="fgAccFollowNode1" presStyleIdx="0" presStyleCnt="1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3FCEEC0A-5BC5-4241-A1C6-2E47FE5348E1}" type="presOf" srcId="{D7DF8AB3-DFCC-4CA9-88B9-34B154488E16}" destId="{6145E69B-7801-4DFF-A1F5-66523B1275D7}" srcOrd="0" destOrd="0" presId="urn:microsoft.com/office/officeart/2005/8/layout/process4"/>
    <dgm:cxn modelId="{956B9311-3E3E-4CF2-912A-7A948B7BAD6B}" type="presOf" srcId="{251C6B50-80FF-4B53-86FB-8563B4F9F010}" destId="{95BAB1AA-BA2E-486D-B44E-615324A28D54}" srcOrd="0" destOrd="0" presId="urn:microsoft.com/office/officeart/2005/8/layout/process4"/>
    <dgm:cxn modelId="{A8E94817-1CDF-4AF4-8785-819DEB8EA135}" srcId="{9923105D-F8CC-46EA-88CA-967F237AAF06}" destId="{D7DF8AB3-DFCC-4CA9-88B9-34B154488E16}" srcOrd="5" destOrd="0" parTransId="{6FB01BC3-2AA0-4228-8655-A005C75D2DDB}" sibTransId="{6AB76CF4-BBEB-49CF-948F-897859FB6709}"/>
    <dgm:cxn modelId="{0AF31922-C91A-4400-A8CE-009842C9A2B1}" type="presOf" srcId="{1935ED03-6833-4DF0-AE35-676DB9546D92}" destId="{D92729B1-7D34-41EC-ACB2-7160522C19BF}" srcOrd="0" destOrd="0" presId="urn:microsoft.com/office/officeart/2005/8/layout/process4"/>
    <dgm:cxn modelId="{4C03EC33-8500-4168-B0E6-A8774A28199C}" type="presOf" srcId="{0C6453C1-2FF9-4D15-A26D-E0BF9A2BE5A5}" destId="{D4104EBA-FB85-4764-A356-A60CEC868641}" srcOrd="0" destOrd="0" presId="urn:microsoft.com/office/officeart/2005/8/layout/process4"/>
    <dgm:cxn modelId="{68E76A60-A70C-48CB-AD6B-18FAB9EC6786}" type="presOf" srcId="{9A41644C-12D7-4224-9A5A-043FB44F3536}" destId="{68848A1E-F719-477B-B9EE-031873DDB467}" srcOrd="0" destOrd="0" presId="urn:microsoft.com/office/officeart/2005/8/layout/process4"/>
    <dgm:cxn modelId="{6321D343-8A93-4026-A8AD-128DC32E0620}" srcId="{9923105D-F8CC-46EA-88CA-967F237AAF06}" destId="{1935ED03-6833-4DF0-AE35-676DB9546D92}" srcOrd="4" destOrd="0" parTransId="{1CF16212-55A3-4984-A708-FFE5A066EBEF}" sibTransId="{3433E802-90E2-4B32-A47B-BA0195DCA4DA}"/>
    <dgm:cxn modelId="{4FD94A68-95C4-47AC-B441-CE8DC06DEBD1}" type="presOf" srcId="{1F7526F9-2554-47D6-BDC5-B21934EC56A3}" destId="{890DBBC3-C984-47F5-806B-3A4F83379381}" srcOrd="0" destOrd="0" presId="urn:microsoft.com/office/officeart/2005/8/layout/process4"/>
    <dgm:cxn modelId="{29425349-60AB-42D5-9A68-30F817099041}" srcId="{9923105D-F8CC-46EA-88CA-967F237AAF06}" destId="{9A41644C-12D7-4224-9A5A-043FB44F3536}" srcOrd="6" destOrd="0" parTransId="{AF8DB992-E0CD-4412-BE8C-68CF6B50A4FE}" sibTransId="{840C14DF-D3CB-4397-915E-53510DFDE4CA}"/>
    <dgm:cxn modelId="{E3AC3C4C-4AFD-4D91-898D-B0776BF49081}" srcId="{251C6B50-80FF-4B53-86FB-8563B4F9F010}" destId="{1F7526F9-2554-47D6-BDC5-B21934EC56A3}" srcOrd="0" destOrd="0" parTransId="{734836A4-6C2D-4490-BE71-4500BEE6C46F}" sibTransId="{52BFB9CC-1D35-4A40-9CEA-0A4AE7202ECE}"/>
    <dgm:cxn modelId="{A7BB3253-E277-43D0-AF11-65A8EFDA6A46}" srcId="{9923105D-F8CC-46EA-88CA-967F237AAF06}" destId="{0C6453C1-2FF9-4D15-A26D-E0BF9A2BE5A5}" srcOrd="2" destOrd="0" parTransId="{D9701048-F94D-4A73-B6F6-DB63B1848C03}" sibTransId="{82C629E6-0863-4E0B-91D6-3456027EFCF2}"/>
    <dgm:cxn modelId="{51159C82-9E34-47E0-8ECA-B36E75D3FE2E}" srcId="{9923105D-F8CC-46EA-88CA-967F237AAF06}" destId="{C771645F-D095-463A-978D-04AB1BA9E61E}" srcOrd="3" destOrd="0" parTransId="{8B03A887-0ACD-4E4B-8E80-EABCB5E7EB72}" sibTransId="{0C12932A-0578-4EE2-B445-D89A6232635F}"/>
    <dgm:cxn modelId="{5758B089-190D-487A-B9B2-7CBD9AB8752B}" type="presOf" srcId="{251C6B50-80FF-4B53-86FB-8563B4F9F010}" destId="{7B67C14F-8E28-492D-A5A2-4A2BE3FA5DA7}" srcOrd="1" destOrd="0" presId="urn:microsoft.com/office/officeart/2005/8/layout/process4"/>
    <dgm:cxn modelId="{8B0EEB8A-45F8-4223-8759-0F21BDB3C947}" type="presOf" srcId="{22E84B1B-2401-462A-A807-FE0A449BEE2E}" destId="{546F8A15-9689-4C76-8C44-087DAA9BE9DD}" srcOrd="0" destOrd="0" presId="urn:microsoft.com/office/officeart/2005/8/layout/process4"/>
    <dgm:cxn modelId="{B8EA4A98-4860-44C5-8437-DC53ADA58F2B}" srcId="{9923105D-F8CC-46EA-88CA-967F237AAF06}" destId="{251C6B50-80FF-4B53-86FB-8563B4F9F010}" srcOrd="0" destOrd="0" parTransId="{1C78A4DD-29CB-4110-BE3E-A7F680D2E2DB}" sibTransId="{5F534B24-DF8D-4DCD-A95D-1E3EE3D7BBE1}"/>
    <dgm:cxn modelId="{3783B2BC-B74A-4B03-A351-717BE081C028}" type="presOf" srcId="{9923105D-F8CC-46EA-88CA-967F237AAF06}" destId="{D9D19DC7-686A-431C-85D1-46E0F4024649}" srcOrd="0" destOrd="0" presId="urn:microsoft.com/office/officeart/2005/8/layout/process4"/>
    <dgm:cxn modelId="{FBD7C1BD-CE3A-4B8F-B301-56FDEA4C1758}" type="presOf" srcId="{C771645F-D095-463A-978D-04AB1BA9E61E}" destId="{BBF8A503-DB19-47F3-B559-78B9E864B4E4}" srcOrd="0" destOrd="0" presId="urn:microsoft.com/office/officeart/2005/8/layout/process4"/>
    <dgm:cxn modelId="{93E234FF-FE35-4911-B93D-CC53392F2D3F}" srcId="{9923105D-F8CC-46EA-88CA-967F237AAF06}" destId="{22E84B1B-2401-462A-A807-FE0A449BEE2E}" srcOrd="1" destOrd="0" parTransId="{94551730-7803-462B-9B4D-8DC62F31FD80}" sibTransId="{5157D236-C36F-47F5-A381-00C3B220D111}"/>
    <dgm:cxn modelId="{5CDBB1B5-9C04-402E-9966-20A3B1487776}" type="presParOf" srcId="{D9D19DC7-686A-431C-85D1-46E0F4024649}" destId="{36C0B7E8-C5E1-461A-ADDD-01AA1BEDC913}" srcOrd="0" destOrd="0" presId="urn:microsoft.com/office/officeart/2005/8/layout/process4"/>
    <dgm:cxn modelId="{F02D3011-2AF7-4CC7-BFD7-0B8A39280E1E}" type="presParOf" srcId="{36C0B7E8-C5E1-461A-ADDD-01AA1BEDC913}" destId="{68848A1E-F719-477B-B9EE-031873DDB467}" srcOrd="0" destOrd="0" presId="urn:microsoft.com/office/officeart/2005/8/layout/process4"/>
    <dgm:cxn modelId="{9172C2E5-F0E7-41AE-88D6-AA7D9CB14FB6}" type="presParOf" srcId="{D9D19DC7-686A-431C-85D1-46E0F4024649}" destId="{26E827F5-5D94-4DDD-8CB3-F43F1F094816}" srcOrd="1" destOrd="0" presId="urn:microsoft.com/office/officeart/2005/8/layout/process4"/>
    <dgm:cxn modelId="{1B54A69B-09F4-4416-B959-A5A97C296796}" type="presParOf" srcId="{D9D19DC7-686A-431C-85D1-46E0F4024649}" destId="{8D16007B-3FED-43A6-A18C-3462D0B420F5}" srcOrd="2" destOrd="0" presId="urn:microsoft.com/office/officeart/2005/8/layout/process4"/>
    <dgm:cxn modelId="{CEFF96A2-F961-43AF-8C01-8DC7B5C17E8C}" type="presParOf" srcId="{8D16007B-3FED-43A6-A18C-3462D0B420F5}" destId="{6145E69B-7801-4DFF-A1F5-66523B1275D7}" srcOrd="0" destOrd="0" presId="urn:microsoft.com/office/officeart/2005/8/layout/process4"/>
    <dgm:cxn modelId="{0DE48C27-D5B1-489C-8FD8-D6224C463754}" type="presParOf" srcId="{D9D19DC7-686A-431C-85D1-46E0F4024649}" destId="{EFD17EC1-98DF-4498-8768-2457752CB4EC}" srcOrd="3" destOrd="0" presId="urn:microsoft.com/office/officeart/2005/8/layout/process4"/>
    <dgm:cxn modelId="{980E7A0E-2785-4E07-8C91-EED80894CD05}" type="presParOf" srcId="{D9D19DC7-686A-431C-85D1-46E0F4024649}" destId="{CED0A968-6C3D-452C-893C-CA286C391746}" srcOrd="4" destOrd="0" presId="urn:microsoft.com/office/officeart/2005/8/layout/process4"/>
    <dgm:cxn modelId="{F6535649-ED8D-4195-A5B1-829995B9AA0A}" type="presParOf" srcId="{CED0A968-6C3D-452C-893C-CA286C391746}" destId="{D92729B1-7D34-41EC-ACB2-7160522C19BF}" srcOrd="0" destOrd="0" presId="urn:microsoft.com/office/officeart/2005/8/layout/process4"/>
    <dgm:cxn modelId="{0191D65F-F0BB-4706-A671-5A4902D76C77}" type="presParOf" srcId="{D9D19DC7-686A-431C-85D1-46E0F4024649}" destId="{08EEF410-D520-496A-85D9-AE83249CD287}" srcOrd="5" destOrd="0" presId="urn:microsoft.com/office/officeart/2005/8/layout/process4"/>
    <dgm:cxn modelId="{6978AC77-4B1E-4470-A2F9-879252CA5EB8}" type="presParOf" srcId="{D9D19DC7-686A-431C-85D1-46E0F4024649}" destId="{672A069B-3B9A-42D6-9FE8-0E9A9E2800DB}" srcOrd="6" destOrd="0" presId="urn:microsoft.com/office/officeart/2005/8/layout/process4"/>
    <dgm:cxn modelId="{B1522B34-7A68-4311-ACF8-A2A5FF373C2F}" type="presParOf" srcId="{672A069B-3B9A-42D6-9FE8-0E9A9E2800DB}" destId="{BBF8A503-DB19-47F3-B559-78B9E864B4E4}" srcOrd="0" destOrd="0" presId="urn:microsoft.com/office/officeart/2005/8/layout/process4"/>
    <dgm:cxn modelId="{E3CDF7EC-2647-489E-9599-B5F13E03C61E}" type="presParOf" srcId="{D9D19DC7-686A-431C-85D1-46E0F4024649}" destId="{BF0ED170-8AF0-4BFF-BCDA-D3B413F61958}" srcOrd="7" destOrd="0" presId="urn:microsoft.com/office/officeart/2005/8/layout/process4"/>
    <dgm:cxn modelId="{BED73C58-81AB-42D1-A3B4-47CEF6C4E360}" type="presParOf" srcId="{D9D19DC7-686A-431C-85D1-46E0F4024649}" destId="{96C19E74-A7A8-4ECD-A8B8-C405ADCE92B7}" srcOrd="8" destOrd="0" presId="urn:microsoft.com/office/officeart/2005/8/layout/process4"/>
    <dgm:cxn modelId="{67301773-95F7-478D-8226-3857E98E01F7}" type="presParOf" srcId="{96C19E74-A7A8-4ECD-A8B8-C405ADCE92B7}" destId="{D4104EBA-FB85-4764-A356-A60CEC868641}" srcOrd="0" destOrd="0" presId="urn:microsoft.com/office/officeart/2005/8/layout/process4"/>
    <dgm:cxn modelId="{43EBE937-8A4B-4051-A2EB-B20A72D8F3F2}" type="presParOf" srcId="{D9D19DC7-686A-431C-85D1-46E0F4024649}" destId="{FC0681DA-0FFC-4CD8-81BA-0525A8E9B9A2}" srcOrd="9" destOrd="0" presId="urn:microsoft.com/office/officeart/2005/8/layout/process4"/>
    <dgm:cxn modelId="{9BA538EA-7CDA-4443-9A3B-F441212B86C6}" type="presParOf" srcId="{D9D19DC7-686A-431C-85D1-46E0F4024649}" destId="{C6710BE5-3342-415F-99A6-084CC314E398}" srcOrd="10" destOrd="0" presId="urn:microsoft.com/office/officeart/2005/8/layout/process4"/>
    <dgm:cxn modelId="{22169A7D-D3C8-41C4-9A39-65FFC99C7BED}" type="presParOf" srcId="{C6710BE5-3342-415F-99A6-084CC314E398}" destId="{546F8A15-9689-4C76-8C44-087DAA9BE9DD}" srcOrd="0" destOrd="0" presId="urn:microsoft.com/office/officeart/2005/8/layout/process4"/>
    <dgm:cxn modelId="{C899A7D9-A4D2-4786-83D0-8273FD1DD1AE}" type="presParOf" srcId="{D9D19DC7-686A-431C-85D1-46E0F4024649}" destId="{8C73D372-8B3C-4D69-9D08-8583236CA4CD}" srcOrd="11" destOrd="0" presId="urn:microsoft.com/office/officeart/2005/8/layout/process4"/>
    <dgm:cxn modelId="{0E5A54DB-FDDC-4B72-8E32-1FDC65CC895B}" type="presParOf" srcId="{D9D19DC7-686A-431C-85D1-46E0F4024649}" destId="{04DB0212-B54A-46EA-BC15-587938C203A8}" srcOrd="12" destOrd="0" presId="urn:microsoft.com/office/officeart/2005/8/layout/process4"/>
    <dgm:cxn modelId="{ACB0B164-4B7A-4BBE-AC37-11AF538D6FDD}" type="presParOf" srcId="{04DB0212-B54A-46EA-BC15-587938C203A8}" destId="{95BAB1AA-BA2E-486D-B44E-615324A28D54}" srcOrd="0" destOrd="0" presId="urn:microsoft.com/office/officeart/2005/8/layout/process4"/>
    <dgm:cxn modelId="{74A6066E-DE53-4336-980A-2060C0A2BC13}" type="presParOf" srcId="{04DB0212-B54A-46EA-BC15-587938C203A8}" destId="{7B67C14F-8E28-492D-A5A2-4A2BE3FA5DA7}" srcOrd="1" destOrd="0" presId="urn:microsoft.com/office/officeart/2005/8/layout/process4"/>
    <dgm:cxn modelId="{87BA8C23-9491-48C7-B5D4-40BB90366B82}" type="presParOf" srcId="{04DB0212-B54A-46EA-BC15-587938C203A8}" destId="{A99F740A-0A38-43D4-81D4-AA7CD69B339C}" srcOrd="2" destOrd="0" presId="urn:microsoft.com/office/officeart/2005/8/layout/process4"/>
    <dgm:cxn modelId="{EBAFC146-3407-45E0-A7E8-131A029D54BF}" type="presParOf" srcId="{A99F740A-0A38-43D4-81D4-AA7CD69B339C}" destId="{890DBBC3-C984-47F5-806B-3A4F8337938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523A09-7F49-40CF-8967-BBAD28A550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6FAC4-7EFC-427E-90C1-2FC24124A196}">
      <dgm:prSet/>
      <dgm:spPr/>
      <dgm:t>
        <a:bodyPr/>
        <a:lstStyle/>
        <a:p>
          <a:r>
            <a:rPr lang="en-US" dirty="0"/>
            <a:t>Mid-sprint change request: Currency converter for international travelers.</a:t>
          </a:r>
        </a:p>
      </dgm:t>
    </dgm:pt>
    <dgm:pt modelId="{67752A4B-7101-43EB-A150-D6F0DE025103}" type="parTrans" cxnId="{26E029BB-EC51-411A-88E1-3CBDDB63D9B1}">
      <dgm:prSet/>
      <dgm:spPr/>
      <dgm:t>
        <a:bodyPr/>
        <a:lstStyle/>
        <a:p>
          <a:endParaRPr lang="en-US"/>
        </a:p>
      </dgm:t>
    </dgm:pt>
    <dgm:pt modelId="{F337B736-599F-4205-B602-9E06D8486820}" type="sibTrans" cxnId="{26E029BB-EC51-411A-88E1-3CBDDB63D9B1}">
      <dgm:prSet/>
      <dgm:spPr/>
      <dgm:t>
        <a:bodyPr/>
        <a:lstStyle/>
        <a:p>
          <a:endParaRPr lang="en-US"/>
        </a:p>
      </dgm:t>
    </dgm:pt>
    <dgm:pt modelId="{322D25F0-A375-430C-804E-A61102FD35B8}">
      <dgm:prSet/>
      <dgm:spPr/>
      <dgm:t>
        <a:bodyPr/>
        <a:lstStyle/>
        <a:p>
          <a:r>
            <a:rPr lang="en-US" dirty="0"/>
            <a:t>Agile allowed backlog reprioritization and seamless integration </a:t>
          </a:r>
          <a:r>
            <a:rPr lang="en-US" i="1" dirty="0"/>
            <a:t>(Ambler, 2022)</a:t>
          </a:r>
          <a:r>
            <a:rPr lang="en-US" dirty="0"/>
            <a:t>.</a:t>
          </a:r>
        </a:p>
      </dgm:t>
    </dgm:pt>
    <dgm:pt modelId="{63F32DBF-1E09-4AFE-BDCE-BBA9F2DA6A82}" type="parTrans" cxnId="{496DC20F-C8A9-4617-BC8F-DF4A0B201103}">
      <dgm:prSet/>
      <dgm:spPr/>
      <dgm:t>
        <a:bodyPr/>
        <a:lstStyle/>
        <a:p>
          <a:endParaRPr lang="en-US"/>
        </a:p>
      </dgm:t>
    </dgm:pt>
    <dgm:pt modelId="{D0CCF454-D688-4EEC-980E-2BF9A7244C05}" type="sibTrans" cxnId="{496DC20F-C8A9-4617-BC8F-DF4A0B201103}">
      <dgm:prSet/>
      <dgm:spPr/>
      <dgm:t>
        <a:bodyPr/>
        <a:lstStyle/>
        <a:p>
          <a:endParaRPr lang="en-US"/>
        </a:p>
      </dgm:t>
    </dgm:pt>
    <dgm:pt modelId="{FD7F1932-0FEB-4469-BCF4-469EEBF2C9C2}">
      <dgm:prSet/>
      <dgm:spPr/>
      <dgm:t>
        <a:bodyPr/>
        <a:lstStyle/>
        <a:p>
          <a:r>
            <a:rPr lang="en-US" dirty="0"/>
            <a:t>Feature released next sprint without impacting overall timeline.</a:t>
          </a:r>
        </a:p>
      </dgm:t>
    </dgm:pt>
    <dgm:pt modelId="{973E8371-4047-45FE-BE87-D9906D98BB38}" type="parTrans" cxnId="{CEEF2048-C346-4A6B-9106-FFBBC3D2AF6E}">
      <dgm:prSet/>
      <dgm:spPr/>
      <dgm:t>
        <a:bodyPr/>
        <a:lstStyle/>
        <a:p>
          <a:endParaRPr lang="en-US"/>
        </a:p>
      </dgm:t>
    </dgm:pt>
    <dgm:pt modelId="{852CA060-CC3A-458D-9143-25613B8443EF}" type="sibTrans" cxnId="{CEEF2048-C346-4A6B-9106-FFBBC3D2AF6E}">
      <dgm:prSet/>
      <dgm:spPr/>
      <dgm:t>
        <a:bodyPr/>
        <a:lstStyle/>
        <a:p>
          <a:endParaRPr lang="en-US"/>
        </a:p>
      </dgm:t>
    </dgm:pt>
    <dgm:pt modelId="{E87C111E-C3F0-4749-BF04-4C318D8BB18E}" type="pres">
      <dgm:prSet presAssocID="{70523A09-7F49-40CF-8967-BBAD28A5500B}" presName="linear" presStyleCnt="0">
        <dgm:presLayoutVars>
          <dgm:animLvl val="lvl"/>
          <dgm:resizeHandles val="exact"/>
        </dgm:presLayoutVars>
      </dgm:prSet>
      <dgm:spPr/>
    </dgm:pt>
    <dgm:pt modelId="{DFC613C8-8947-4CBD-84E7-25A9272F61C7}" type="pres">
      <dgm:prSet presAssocID="{2C86FAC4-7EFC-427E-90C1-2FC24124A19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3E2ECF-280D-4356-A99A-0A0FF62844E9}" type="pres">
      <dgm:prSet presAssocID="{F337B736-599F-4205-B602-9E06D8486820}" presName="spacer" presStyleCnt="0"/>
      <dgm:spPr/>
    </dgm:pt>
    <dgm:pt modelId="{48DD2DCC-66BE-420E-B18C-D80E0CB403B5}" type="pres">
      <dgm:prSet presAssocID="{322D25F0-A375-430C-804E-A61102FD3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1EAAD4-8437-4850-8923-E7ED7A79004F}" type="pres">
      <dgm:prSet presAssocID="{D0CCF454-D688-4EEC-980E-2BF9A7244C05}" presName="spacer" presStyleCnt="0"/>
      <dgm:spPr/>
    </dgm:pt>
    <dgm:pt modelId="{C48D30E1-EC41-4732-811E-57A225FB89A7}" type="pres">
      <dgm:prSet presAssocID="{FD7F1932-0FEB-4469-BCF4-469EEBF2C9C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13C4B05-A0DC-4743-A6BE-8A5EDC6E2F7A}" type="presOf" srcId="{2C86FAC4-7EFC-427E-90C1-2FC24124A196}" destId="{DFC613C8-8947-4CBD-84E7-25A9272F61C7}" srcOrd="0" destOrd="0" presId="urn:microsoft.com/office/officeart/2005/8/layout/vList2"/>
    <dgm:cxn modelId="{496DC20F-C8A9-4617-BC8F-DF4A0B201103}" srcId="{70523A09-7F49-40CF-8967-BBAD28A5500B}" destId="{322D25F0-A375-430C-804E-A61102FD35B8}" srcOrd="1" destOrd="0" parTransId="{63F32DBF-1E09-4AFE-BDCE-BBA9F2DA6A82}" sibTransId="{D0CCF454-D688-4EEC-980E-2BF9A7244C05}"/>
    <dgm:cxn modelId="{CEEF2048-C346-4A6B-9106-FFBBC3D2AF6E}" srcId="{70523A09-7F49-40CF-8967-BBAD28A5500B}" destId="{FD7F1932-0FEB-4469-BCF4-469EEBF2C9C2}" srcOrd="2" destOrd="0" parTransId="{973E8371-4047-45FE-BE87-D9906D98BB38}" sibTransId="{852CA060-CC3A-458D-9143-25613B8443EF}"/>
    <dgm:cxn modelId="{32782284-BB35-4DDD-81C6-B36AC883DFC5}" type="presOf" srcId="{322D25F0-A375-430C-804E-A61102FD35B8}" destId="{48DD2DCC-66BE-420E-B18C-D80E0CB403B5}" srcOrd="0" destOrd="0" presId="urn:microsoft.com/office/officeart/2005/8/layout/vList2"/>
    <dgm:cxn modelId="{F501C487-64EB-4C12-A07D-FD481E0DBC91}" type="presOf" srcId="{70523A09-7F49-40CF-8967-BBAD28A5500B}" destId="{E87C111E-C3F0-4749-BF04-4C318D8BB18E}" srcOrd="0" destOrd="0" presId="urn:microsoft.com/office/officeart/2005/8/layout/vList2"/>
    <dgm:cxn modelId="{FE9B128D-9CE9-4B74-AADF-6269415D3340}" type="presOf" srcId="{FD7F1932-0FEB-4469-BCF4-469EEBF2C9C2}" destId="{C48D30E1-EC41-4732-811E-57A225FB89A7}" srcOrd="0" destOrd="0" presId="urn:microsoft.com/office/officeart/2005/8/layout/vList2"/>
    <dgm:cxn modelId="{26E029BB-EC51-411A-88E1-3CBDDB63D9B1}" srcId="{70523A09-7F49-40CF-8967-BBAD28A5500B}" destId="{2C86FAC4-7EFC-427E-90C1-2FC24124A196}" srcOrd="0" destOrd="0" parTransId="{67752A4B-7101-43EB-A150-D6F0DE025103}" sibTransId="{F337B736-599F-4205-B602-9E06D8486820}"/>
    <dgm:cxn modelId="{0029B472-10BD-4532-9C1E-B558286ABB4F}" type="presParOf" srcId="{E87C111E-C3F0-4749-BF04-4C318D8BB18E}" destId="{DFC613C8-8947-4CBD-84E7-25A9272F61C7}" srcOrd="0" destOrd="0" presId="urn:microsoft.com/office/officeart/2005/8/layout/vList2"/>
    <dgm:cxn modelId="{91EE35D4-FF1A-438C-9C54-2B121B854F64}" type="presParOf" srcId="{E87C111E-C3F0-4749-BF04-4C318D8BB18E}" destId="{C83E2ECF-280D-4356-A99A-0A0FF62844E9}" srcOrd="1" destOrd="0" presId="urn:microsoft.com/office/officeart/2005/8/layout/vList2"/>
    <dgm:cxn modelId="{5B6E881C-6065-44AB-9259-B2440D6F5264}" type="presParOf" srcId="{E87C111E-C3F0-4749-BF04-4C318D8BB18E}" destId="{48DD2DCC-66BE-420E-B18C-D80E0CB403B5}" srcOrd="2" destOrd="0" presId="urn:microsoft.com/office/officeart/2005/8/layout/vList2"/>
    <dgm:cxn modelId="{BD30E242-8BAF-48CA-B047-3ED023BB000B}" type="presParOf" srcId="{E87C111E-C3F0-4749-BF04-4C318D8BB18E}" destId="{401EAAD4-8437-4850-8923-E7ED7A79004F}" srcOrd="3" destOrd="0" presId="urn:microsoft.com/office/officeart/2005/8/layout/vList2"/>
    <dgm:cxn modelId="{B4D384BE-C86B-4B69-A6E0-834928EB2DBB}" type="presParOf" srcId="{E87C111E-C3F0-4749-BF04-4C318D8BB18E}" destId="{C48D30E1-EC41-4732-811E-57A225FB89A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333EF9-39A3-4C53-A347-06AF7E62A4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8C7C41-DAC7-4ADE-A8A2-CDB8C6795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Slack to Dev Team: 'Currency converter API live in staging — pull latest branch.'</a:t>
          </a:r>
        </a:p>
      </dgm:t>
    </dgm:pt>
    <dgm:pt modelId="{F8098533-DC32-4ED3-8844-BAE302FD5283}" type="parTrans" cxnId="{4054E260-F2A0-4282-B275-5C7DB6AA515E}">
      <dgm:prSet/>
      <dgm:spPr/>
      <dgm:t>
        <a:bodyPr/>
        <a:lstStyle/>
        <a:p>
          <a:endParaRPr lang="en-US"/>
        </a:p>
      </dgm:t>
    </dgm:pt>
    <dgm:pt modelId="{9284E5A7-3D76-4072-B9A7-2850CCBAB277}" type="sibTrans" cxnId="{4054E260-F2A0-4282-B275-5C7DB6AA515E}">
      <dgm:prSet/>
      <dgm:spPr/>
      <dgm:t>
        <a:bodyPr/>
        <a:lstStyle/>
        <a:p>
          <a:endParaRPr lang="en-US"/>
        </a:p>
      </dgm:t>
    </dgm:pt>
    <dgm:pt modelId="{F5A89652-717D-4313-8258-DB51ECE570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 to stakeholders: Sprint demo link, feedback requested.</a:t>
          </a:r>
        </a:p>
      </dgm:t>
    </dgm:pt>
    <dgm:pt modelId="{EA3B092B-59D5-4549-9BAA-ACC19288D0AE}" type="parTrans" cxnId="{2B2DC9F0-9C3F-44D7-A5CC-0226E4B906C0}">
      <dgm:prSet/>
      <dgm:spPr/>
      <dgm:t>
        <a:bodyPr/>
        <a:lstStyle/>
        <a:p>
          <a:endParaRPr lang="en-US"/>
        </a:p>
      </dgm:t>
    </dgm:pt>
    <dgm:pt modelId="{EC9555B6-3DAD-419B-B7B0-F1103788B2A9}" type="sibTrans" cxnId="{2B2DC9F0-9C3F-44D7-A5CC-0226E4B906C0}">
      <dgm:prSet/>
      <dgm:spPr/>
      <dgm:t>
        <a:bodyPr/>
        <a:lstStyle/>
        <a:p>
          <a:endParaRPr lang="en-US"/>
        </a:p>
      </dgm:t>
    </dgm:pt>
    <dgm:pt modelId="{22098365-08EE-4E90-B30B-C63C09715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Daily stand-ups resolved blockers quickly </a:t>
          </a:r>
          <a:r>
            <a:rPr lang="en-US" i="1" dirty="0"/>
            <a:t>(Hamilton, 2014; Cobb, 2015)</a:t>
          </a:r>
          <a:r>
            <a:rPr lang="en-US" dirty="0"/>
            <a:t>. </a:t>
          </a:r>
        </a:p>
      </dgm:t>
    </dgm:pt>
    <dgm:pt modelId="{59D90AC0-7360-4718-8C3D-DCA03CEF49C6}" type="parTrans" cxnId="{A2BFB3E5-6725-4185-93EB-8FEA4329E27B}">
      <dgm:prSet/>
      <dgm:spPr/>
      <dgm:t>
        <a:bodyPr/>
        <a:lstStyle/>
        <a:p>
          <a:endParaRPr lang="en-US"/>
        </a:p>
      </dgm:t>
    </dgm:pt>
    <dgm:pt modelId="{6E7F8A5A-7F2A-4DC7-9755-4EC9C104B979}" type="sibTrans" cxnId="{A2BFB3E5-6725-4185-93EB-8FEA4329E27B}">
      <dgm:prSet/>
      <dgm:spPr/>
      <dgm:t>
        <a:bodyPr/>
        <a:lstStyle/>
        <a:p>
          <a:endParaRPr lang="en-US"/>
        </a:p>
      </dgm:t>
    </dgm:pt>
    <dgm:pt modelId="{CBCEC8CA-6EBA-4729-9B35-0BA5A8162F2C}" type="pres">
      <dgm:prSet presAssocID="{85333EF9-39A3-4C53-A347-06AF7E62A408}" presName="root" presStyleCnt="0">
        <dgm:presLayoutVars>
          <dgm:dir/>
          <dgm:resizeHandles val="exact"/>
        </dgm:presLayoutVars>
      </dgm:prSet>
      <dgm:spPr/>
    </dgm:pt>
    <dgm:pt modelId="{B2EB8766-B749-4BB3-AE7C-B15C9B6DCEA8}" type="pres">
      <dgm:prSet presAssocID="{F08C7C41-DAC7-4ADE-A8A2-CDB8C6795119}" presName="compNode" presStyleCnt="0"/>
      <dgm:spPr/>
    </dgm:pt>
    <dgm:pt modelId="{3FEC8AF4-3786-48AA-BB5C-AE38B7B0BAF5}" type="pres">
      <dgm:prSet presAssocID="{F08C7C41-DAC7-4ADE-A8A2-CDB8C6795119}" presName="bgRect" presStyleLbl="bgShp" presStyleIdx="0" presStyleCnt="3"/>
      <dgm:spPr/>
    </dgm:pt>
    <dgm:pt modelId="{D757F1B7-8EEF-47F8-923D-AF0F3679B6E6}" type="pres">
      <dgm:prSet presAssocID="{F08C7C41-DAC7-4ADE-A8A2-CDB8C67951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35523B0-5571-4205-A26F-C8B74FFFE1C7}" type="pres">
      <dgm:prSet presAssocID="{F08C7C41-DAC7-4ADE-A8A2-CDB8C6795119}" presName="spaceRect" presStyleCnt="0"/>
      <dgm:spPr/>
    </dgm:pt>
    <dgm:pt modelId="{46F9F7AE-84F4-4F31-9C09-EA0B2AE6D3B6}" type="pres">
      <dgm:prSet presAssocID="{F08C7C41-DAC7-4ADE-A8A2-CDB8C6795119}" presName="parTx" presStyleLbl="revTx" presStyleIdx="0" presStyleCnt="3">
        <dgm:presLayoutVars>
          <dgm:chMax val="0"/>
          <dgm:chPref val="0"/>
        </dgm:presLayoutVars>
      </dgm:prSet>
      <dgm:spPr/>
    </dgm:pt>
    <dgm:pt modelId="{B9BD399A-B266-4E9F-A1BC-44AEB4B0F17E}" type="pres">
      <dgm:prSet presAssocID="{9284E5A7-3D76-4072-B9A7-2850CCBAB277}" presName="sibTrans" presStyleCnt="0"/>
      <dgm:spPr/>
    </dgm:pt>
    <dgm:pt modelId="{A2EF4423-4114-4A93-A57C-C78C0AA8F8A6}" type="pres">
      <dgm:prSet presAssocID="{F5A89652-717D-4313-8258-DB51ECE57007}" presName="compNode" presStyleCnt="0"/>
      <dgm:spPr/>
    </dgm:pt>
    <dgm:pt modelId="{0E5D1AA2-F4FD-43E4-8709-602B3D68B406}" type="pres">
      <dgm:prSet presAssocID="{F5A89652-717D-4313-8258-DB51ECE57007}" presName="bgRect" presStyleLbl="bgShp" presStyleIdx="1" presStyleCnt="3"/>
      <dgm:spPr/>
    </dgm:pt>
    <dgm:pt modelId="{D72B091B-F490-4E65-8B96-CF405D3A4958}" type="pres">
      <dgm:prSet presAssocID="{F5A89652-717D-4313-8258-DB51ECE570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F9D43721-144D-44D7-A4E8-053237DC3E18}" type="pres">
      <dgm:prSet presAssocID="{F5A89652-717D-4313-8258-DB51ECE57007}" presName="spaceRect" presStyleCnt="0"/>
      <dgm:spPr/>
    </dgm:pt>
    <dgm:pt modelId="{42ADD5E5-706A-47CB-A855-A9D4C631E1D2}" type="pres">
      <dgm:prSet presAssocID="{F5A89652-717D-4313-8258-DB51ECE57007}" presName="parTx" presStyleLbl="revTx" presStyleIdx="1" presStyleCnt="3">
        <dgm:presLayoutVars>
          <dgm:chMax val="0"/>
          <dgm:chPref val="0"/>
        </dgm:presLayoutVars>
      </dgm:prSet>
      <dgm:spPr/>
    </dgm:pt>
    <dgm:pt modelId="{59974639-D5F6-4B6A-85A8-21B2D1E83D0B}" type="pres">
      <dgm:prSet presAssocID="{EC9555B6-3DAD-419B-B7B0-F1103788B2A9}" presName="sibTrans" presStyleCnt="0"/>
      <dgm:spPr/>
    </dgm:pt>
    <dgm:pt modelId="{1AFFDC86-95CF-4C47-8A80-279F096EFC54}" type="pres">
      <dgm:prSet presAssocID="{22098365-08EE-4E90-B30B-C63C09715F93}" presName="compNode" presStyleCnt="0"/>
      <dgm:spPr/>
    </dgm:pt>
    <dgm:pt modelId="{CB116536-CF47-49DB-9676-BEC8FF84479C}" type="pres">
      <dgm:prSet presAssocID="{22098365-08EE-4E90-B30B-C63C09715F93}" presName="bgRect" presStyleLbl="bgShp" presStyleIdx="2" presStyleCnt="3" custLinFactNeighborX="159"/>
      <dgm:spPr/>
    </dgm:pt>
    <dgm:pt modelId="{1F565CBC-AF43-431F-B0E0-90BBA28736FD}" type="pres">
      <dgm:prSet presAssocID="{22098365-08EE-4E90-B30B-C63C09715F93}" presName="iconRect" presStyleLbl="node1" presStyleIdx="2" presStyleCnt="3" custLinFactNeighborX="260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brainstorm with solid fill"/>
        </a:ext>
      </dgm:extLst>
    </dgm:pt>
    <dgm:pt modelId="{4FA495E0-C268-46D3-962E-AAFFC0AAFDF0}" type="pres">
      <dgm:prSet presAssocID="{22098365-08EE-4E90-B30B-C63C09715F93}" presName="spaceRect" presStyleCnt="0"/>
      <dgm:spPr/>
    </dgm:pt>
    <dgm:pt modelId="{3EF237DA-E3D8-4D80-9880-ADFD636ACA08}" type="pres">
      <dgm:prSet presAssocID="{22098365-08EE-4E90-B30B-C63C09715F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D2001D-A438-40A4-8B79-3FA9EE1E8DDC}" type="presOf" srcId="{85333EF9-39A3-4C53-A347-06AF7E62A408}" destId="{CBCEC8CA-6EBA-4729-9B35-0BA5A8162F2C}" srcOrd="0" destOrd="0" presId="urn:microsoft.com/office/officeart/2018/2/layout/IconVerticalSolidList"/>
    <dgm:cxn modelId="{4054E260-F2A0-4282-B275-5C7DB6AA515E}" srcId="{85333EF9-39A3-4C53-A347-06AF7E62A408}" destId="{F08C7C41-DAC7-4ADE-A8A2-CDB8C6795119}" srcOrd="0" destOrd="0" parTransId="{F8098533-DC32-4ED3-8844-BAE302FD5283}" sibTransId="{9284E5A7-3D76-4072-B9A7-2850CCBAB277}"/>
    <dgm:cxn modelId="{5F2A4E73-3D61-45AE-A7AF-591187A1509C}" type="presOf" srcId="{F08C7C41-DAC7-4ADE-A8A2-CDB8C6795119}" destId="{46F9F7AE-84F4-4F31-9C09-EA0B2AE6D3B6}" srcOrd="0" destOrd="0" presId="urn:microsoft.com/office/officeart/2018/2/layout/IconVerticalSolidList"/>
    <dgm:cxn modelId="{42F43A80-2336-4314-A3C0-C79793985951}" type="presOf" srcId="{22098365-08EE-4E90-B30B-C63C09715F93}" destId="{3EF237DA-E3D8-4D80-9880-ADFD636ACA08}" srcOrd="0" destOrd="0" presId="urn:microsoft.com/office/officeart/2018/2/layout/IconVerticalSolidList"/>
    <dgm:cxn modelId="{10D84FC5-0824-4F15-8C03-8DB491AB1D94}" type="presOf" srcId="{F5A89652-717D-4313-8258-DB51ECE57007}" destId="{42ADD5E5-706A-47CB-A855-A9D4C631E1D2}" srcOrd="0" destOrd="0" presId="urn:microsoft.com/office/officeart/2018/2/layout/IconVerticalSolidList"/>
    <dgm:cxn modelId="{A2BFB3E5-6725-4185-93EB-8FEA4329E27B}" srcId="{85333EF9-39A3-4C53-A347-06AF7E62A408}" destId="{22098365-08EE-4E90-B30B-C63C09715F93}" srcOrd="2" destOrd="0" parTransId="{59D90AC0-7360-4718-8C3D-DCA03CEF49C6}" sibTransId="{6E7F8A5A-7F2A-4DC7-9755-4EC9C104B979}"/>
    <dgm:cxn modelId="{2B2DC9F0-9C3F-44D7-A5CC-0226E4B906C0}" srcId="{85333EF9-39A3-4C53-A347-06AF7E62A408}" destId="{F5A89652-717D-4313-8258-DB51ECE57007}" srcOrd="1" destOrd="0" parTransId="{EA3B092B-59D5-4549-9BAA-ACC19288D0AE}" sibTransId="{EC9555B6-3DAD-419B-B7B0-F1103788B2A9}"/>
    <dgm:cxn modelId="{7270C1E7-343F-49C7-8D24-7DDDC4173054}" type="presParOf" srcId="{CBCEC8CA-6EBA-4729-9B35-0BA5A8162F2C}" destId="{B2EB8766-B749-4BB3-AE7C-B15C9B6DCEA8}" srcOrd="0" destOrd="0" presId="urn:microsoft.com/office/officeart/2018/2/layout/IconVerticalSolidList"/>
    <dgm:cxn modelId="{93BD3737-77CD-4D44-8F4F-9976256AA5DF}" type="presParOf" srcId="{B2EB8766-B749-4BB3-AE7C-B15C9B6DCEA8}" destId="{3FEC8AF4-3786-48AA-BB5C-AE38B7B0BAF5}" srcOrd="0" destOrd="0" presId="urn:microsoft.com/office/officeart/2018/2/layout/IconVerticalSolidList"/>
    <dgm:cxn modelId="{A2A5E925-A10C-4E8B-A541-54FDA4357600}" type="presParOf" srcId="{B2EB8766-B749-4BB3-AE7C-B15C9B6DCEA8}" destId="{D757F1B7-8EEF-47F8-923D-AF0F3679B6E6}" srcOrd="1" destOrd="0" presId="urn:microsoft.com/office/officeart/2018/2/layout/IconVerticalSolidList"/>
    <dgm:cxn modelId="{4AF2C89A-17F7-4419-9385-1F0DFE3D3729}" type="presParOf" srcId="{B2EB8766-B749-4BB3-AE7C-B15C9B6DCEA8}" destId="{E35523B0-5571-4205-A26F-C8B74FFFE1C7}" srcOrd="2" destOrd="0" presId="urn:microsoft.com/office/officeart/2018/2/layout/IconVerticalSolidList"/>
    <dgm:cxn modelId="{1A1B01DD-58E2-42B2-A47D-43F019F0FD03}" type="presParOf" srcId="{B2EB8766-B749-4BB3-AE7C-B15C9B6DCEA8}" destId="{46F9F7AE-84F4-4F31-9C09-EA0B2AE6D3B6}" srcOrd="3" destOrd="0" presId="urn:microsoft.com/office/officeart/2018/2/layout/IconVerticalSolidList"/>
    <dgm:cxn modelId="{F87C6E8F-77CB-4B8C-B68F-ED21071C9F17}" type="presParOf" srcId="{CBCEC8CA-6EBA-4729-9B35-0BA5A8162F2C}" destId="{B9BD399A-B266-4E9F-A1BC-44AEB4B0F17E}" srcOrd="1" destOrd="0" presId="urn:microsoft.com/office/officeart/2018/2/layout/IconVerticalSolidList"/>
    <dgm:cxn modelId="{D74C6A0E-8A55-492E-A28E-085B63B51A7A}" type="presParOf" srcId="{CBCEC8CA-6EBA-4729-9B35-0BA5A8162F2C}" destId="{A2EF4423-4114-4A93-A57C-C78C0AA8F8A6}" srcOrd="2" destOrd="0" presId="urn:microsoft.com/office/officeart/2018/2/layout/IconVerticalSolidList"/>
    <dgm:cxn modelId="{6A6D31B1-D0D0-4854-8F80-8F0B18C14897}" type="presParOf" srcId="{A2EF4423-4114-4A93-A57C-C78C0AA8F8A6}" destId="{0E5D1AA2-F4FD-43E4-8709-602B3D68B406}" srcOrd="0" destOrd="0" presId="urn:microsoft.com/office/officeart/2018/2/layout/IconVerticalSolidList"/>
    <dgm:cxn modelId="{B3FC735B-C751-489D-BB96-91FAB73FAECF}" type="presParOf" srcId="{A2EF4423-4114-4A93-A57C-C78C0AA8F8A6}" destId="{D72B091B-F490-4E65-8B96-CF405D3A4958}" srcOrd="1" destOrd="0" presId="urn:microsoft.com/office/officeart/2018/2/layout/IconVerticalSolidList"/>
    <dgm:cxn modelId="{5084C966-2C5B-41E1-BB4A-FA1F1B0F61DD}" type="presParOf" srcId="{A2EF4423-4114-4A93-A57C-C78C0AA8F8A6}" destId="{F9D43721-144D-44D7-A4E8-053237DC3E18}" srcOrd="2" destOrd="0" presId="urn:microsoft.com/office/officeart/2018/2/layout/IconVerticalSolidList"/>
    <dgm:cxn modelId="{1AF03433-4F51-4580-97C2-6A720E5658CA}" type="presParOf" srcId="{A2EF4423-4114-4A93-A57C-C78C0AA8F8A6}" destId="{42ADD5E5-706A-47CB-A855-A9D4C631E1D2}" srcOrd="3" destOrd="0" presId="urn:microsoft.com/office/officeart/2018/2/layout/IconVerticalSolidList"/>
    <dgm:cxn modelId="{401F16B7-717E-4F14-A1CA-FF5AA5F16310}" type="presParOf" srcId="{CBCEC8CA-6EBA-4729-9B35-0BA5A8162F2C}" destId="{59974639-D5F6-4B6A-85A8-21B2D1E83D0B}" srcOrd="3" destOrd="0" presId="urn:microsoft.com/office/officeart/2018/2/layout/IconVerticalSolidList"/>
    <dgm:cxn modelId="{A4B7E5B6-1CFC-481D-921A-F13BDE6F05F2}" type="presParOf" srcId="{CBCEC8CA-6EBA-4729-9B35-0BA5A8162F2C}" destId="{1AFFDC86-95CF-4C47-8A80-279F096EFC54}" srcOrd="4" destOrd="0" presId="urn:microsoft.com/office/officeart/2018/2/layout/IconVerticalSolidList"/>
    <dgm:cxn modelId="{C7912D96-2F4D-40A8-85F4-66956ECDD413}" type="presParOf" srcId="{1AFFDC86-95CF-4C47-8A80-279F096EFC54}" destId="{CB116536-CF47-49DB-9676-BEC8FF84479C}" srcOrd="0" destOrd="0" presId="urn:microsoft.com/office/officeart/2018/2/layout/IconVerticalSolidList"/>
    <dgm:cxn modelId="{17162E5C-4AB3-4735-B3F1-5B05CE9EFFF7}" type="presParOf" srcId="{1AFFDC86-95CF-4C47-8A80-279F096EFC54}" destId="{1F565CBC-AF43-431F-B0E0-90BBA28736FD}" srcOrd="1" destOrd="0" presId="urn:microsoft.com/office/officeart/2018/2/layout/IconVerticalSolidList"/>
    <dgm:cxn modelId="{45FC52CC-005D-4375-A55B-3EF8108291F7}" type="presParOf" srcId="{1AFFDC86-95CF-4C47-8A80-279F096EFC54}" destId="{4FA495E0-C268-46D3-962E-AAFFC0AAFDF0}" srcOrd="2" destOrd="0" presId="urn:microsoft.com/office/officeart/2018/2/layout/IconVerticalSolidList"/>
    <dgm:cxn modelId="{B28F8737-8B01-4D7E-903A-F9C6F499A4FD}" type="presParOf" srcId="{1AFFDC86-95CF-4C47-8A80-279F096EFC54}" destId="{3EF237DA-E3D8-4D80-9880-ADFD636ACA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333EF9-39A3-4C53-A347-06AF7E62A4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8C7C41-DAC7-4ADE-A8A2-CDB8C6795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Jira: Tracked user stories, monitored burndown charts.</a:t>
          </a:r>
        </a:p>
      </dgm:t>
    </dgm:pt>
    <dgm:pt modelId="{F8098533-DC32-4ED3-8844-BAE302FD5283}" type="parTrans" cxnId="{4054E260-F2A0-4282-B275-5C7DB6AA515E}">
      <dgm:prSet/>
      <dgm:spPr/>
      <dgm:t>
        <a:bodyPr/>
        <a:lstStyle/>
        <a:p>
          <a:endParaRPr lang="en-US"/>
        </a:p>
      </dgm:t>
    </dgm:pt>
    <dgm:pt modelId="{9284E5A7-3D76-4072-B9A7-2850CCBAB277}" type="sibTrans" cxnId="{4054E260-F2A0-4282-B275-5C7DB6AA515E}">
      <dgm:prSet/>
      <dgm:spPr/>
      <dgm:t>
        <a:bodyPr/>
        <a:lstStyle/>
        <a:p>
          <a:endParaRPr lang="en-US"/>
        </a:p>
      </dgm:t>
    </dgm:pt>
    <dgm:pt modelId="{F5A89652-717D-4313-8258-DB51ECE570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Confluence: Centralized project documentation.</a:t>
          </a:r>
        </a:p>
      </dgm:t>
    </dgm:pt>
    <dgm:pt modelId="{EA3B092B-59D5-4549-9BAA-ACC19288D0AE}" type="parTrans" cxnId="{2B2DC9F0-9C3F-44D7-A5CC-0226E4B906C0}">
      <dgm:prSet/>
      <dgm:spPr/>
      <dgm:t>
        <a:bodyPr/>
        <a:lstStyle/>
        <a:p>
          <a:endParaRPr lang="en-US"/>
        </a:p>
      </dgm:t>
    </dgm:pt>
    <dgm:pt modelId="{EC9555B6-3DAD-419B-B7B0-F1103788B2A9}" type="sibTrans" cxnId="{2B2DC9F0-9C3F-44D7-A5CC-0226E4B906C0}">
      <dgm:prSet/>
      <dgm:spPr/>
      <dgm:t>
        <a:bodyPr/>
        <a:lstStyle/>
        <a:p>
          <a:endParaRPr lang="en-US"/>
        </a:p>
      </dgm:t>
    </dgm:pt>
    <dgm:pt modelId="{22098365-08EE-4E90-B30B-C63C09715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Slack: Rapid updates and quick troubleshooting (Cobb, 2015).</a:t>
          </a:r>
        </a:p>
      </dgm:t>
    </dgm:pt>
    <dgm:pt modelId="{59D90AC0-7360-4718-8C3D-DCA03CEF49C6}" type="parTrans" cxnId="{A2BFB3E5-6725-4185-93EB-8FEA4329E27B}">
      <dgm:prSet/>
      <dgm:spPr/>
      <dgm:t>
        <a:bodyPr/>
        <a:lstStyle/>
        <a:p>
          <a:endParaRPr lang="en-US"/>
        </a:p>
      </dgm:t>
    </dgm:pt>
    <dgm:pt modelId="{6E7F8A5A-7F2A-4DC7-9755-4EC9C104B979}" type="sibTrans" cxnId="{A2BFB3E5-6725-4185-93EB-8FEA4329E27B}">
      <dgm:prSet/>
      <dgm:spPr/>
      <dgm:t>
        <a:bodyPr/>
        <a:lstStyle/>
        <a:p>
          <a:endParaRPr lang="en-US"/>
        </a:p>
      </dgm:t>
    </dgm:pt>
    <dgm:pt modelId="{CBCEC8CA-6EBA-4729-9B35-0BA5A8162F2C}" type="pres">
      <dgm:prSet presAssocID="{85333EF9-39A3-4C53-A347-06AF7E62A408}" presName="root" presStyleCnt="0">
        <dgm:presLayoutVars>
          <dgm:dir/>
          <dgm:resizeHandles val="exact"/>
        </dgm:presLayoutVars>
      </dgm:prSet>
      <dgm:spPr/>
    </dgm:pt>
    <dgm:pt modelId="{B2EB8766-B749-4BB3-AE7C-B15C9B6DCEA8}" type="pres">
      <dgm:prSet presAssocID="{F08C7C41-DAC7-4ADE-A8A2-CDB8C6795119}" presName="compNode" presStyleCnt="0"/>
      <dgm:spPr/>
    </dgm:pt>
    <dgm:pt modelId="{3FEC8AF4-3786-48AA-BB5C-AE38B7B0BAF5}" type="pres">
      <dgm:prSet presAssocID="{F08C7C41-DAC7-4ADE-A8A2-CDB8C6795119}" presName="bgRect" presStyleLbl="bgShp" presStyleIdx="0" presStyleCnt="3"/>
      <dgm:spPr/>
    </dgm:pt>
    <dgm:pt modelId="{D757F1B7-8EEF-47F8-923D-AF0F3679B6E6}" type="pres">
      <dgm:prSet presAssocID="{F08C7C41-DAC7-4ADE-A8A2-CDB8C67951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 graph with solid fill"/>
        </a:ext>
      </dgm:extLst>
    </dgm:pt>
    <dgm:pt modelId="{E35523B0-5571-4205-A26F-C8B74FFFE1C7}" type="pres">
      <dgm:prSet presAssocID="{F08C7C41-DAC7-4ADE-A8A2-CDB8C6795119}" presName="spaceRect" presStyleCnt="0"/>
      <dgm:spPr/>
    </dgm:pt>
    <dgm:pt modelId="{46F9F7AE-84F4-4F31-9C09-EA0B2AE6D3B6}" type="pres">
      <dgm:prSet presAssocID="{F08C7C41-DAC7-4ADE-A8A2-CDB8C6795119}" presName="parTx" presStyleLbl="revTx" presStyleIdx="0" presStyleCnt="3">
        <dgm:presLayoutVars>
          <dgm:chMax val="0"/>
          <dgm:chPref val="0"/>
        </dgm:presLayoutVars>
      </dgm:prSet>
      <dgm:spPr/>
    </dgm:pt>
    <dgm:pt modelId="{B9BD399A-B266-4E9F-A1BC-44AEB4B0F17E}" type="pres">
      <dgm:prSet presAssocID="{9284E5A7-3D76-4072-B9A7-2850CCBAB277}" presName="sibTrans" presStyleCnt="0"/>
      <dgm:spPr/>
    </dgm:pt>
    <dgm:pt modelId="{A2EF4423-4114-4A93-A57C-C78C0AA8F8A6}" type="pres">
      <dgm:prSet presAssocID="{F5A89652-717D-4313-8258-DB51ECE57007}" presName="compNode" presStyleCnt="0"/>
      <dgm:spPr/>
    </dgm:pt>
    <dgm:pt modelId="{0E5D1AA2-F4FD-43E4-8709-602B3D68B406}" type="pres">
      <dgm:prSet presAssocID="{F5A89652-717D-4313-8258-DB51ECE57007}" presName="bgRect" presStyleLbl="bgShp" presStyleIdx="1" presStyleCnt="3"/>
      <dgm:spPr/>
    </dgm:pt>
    <dgm:pt modelId="{D72B091B-F490-4E65-8B96-CF405D3A4958}" type="pres">
      <dgm:prSet presAssocID="{F5A89652-717D-4313-8258-DB51ECE570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F9D43721-144D-44D7-A4E8-053237DC3E18}" type="pres">
      <dgm:prSet presAssocID="{F5A89652-717D-4313-8258-DB51ECE57007}" presName="spaceRect" presStyleCnt="0"/>
      <dgm:spPr/>
    </dgm:pt>
    <dgm:pt modelId="{42ADD5E5-706A-47CB-A855-A9D4C631E1D2}" type="pres">
      <dgm:prSet presAssocID="{F5A89652-717D-4313-8258-DB51ECE57007}" presName="parTx" presStyleLbl="revTx" presStyleIdx="1" presStyleCnt="3">
        <dgm:presLayoutVars>
          <dgm:chMax val="0"/>
          <dgm:chPref val="0"/>
        </dgm:presLayoutVars>
      </dgm:prSet>
      <dgm:spPr/>
    </dgm:pt>
    <dgm:pt modelId="{59974639-D5F6-4B6A-85A8-21B2D1E83D0B}" type="pres">
      <dgm:prSet presAssocID="{EC9555B6-3DAD-419B-B7B0-F1103788B2A9}" presName="sibTrans" presStyleCnt="0"/>
      <dgm:spPr/>
    </dgm:pt>
    <dgm:pt modelId="{1AFFDC86-95CF-4C47-8A80-279F096EFC54}" type="pres">
      <dgm:prSet presAssocID="{22098365-08EE-4E90-B30B-C63C09715F93}" presName="compNode" presStyleCnt="0"/>
      <dgm:spPr/>
    </dgm:pt>
    <dgm:pt modelId="{CB116536-CF47-49DB-9676-BEC8FF84479C}" type="pres">
      <dgm:prSet presAssocID="{22098365-08EE-4E90-B30B-C63C09715F93}" presName="bgRect" presStyleLbl="bgShp" presStyleIdx="2" presStyleCnt="3" custLinFactNeighborX="159"/>
      <dgm:spPr/>
    </dgm:pt>
    <dgm:pt modelId="{1F565CBC-AF43-431F-B0E0-90BBA28736FD}" type="pres">
      <dgm:prSet presAssocID="{22098365-08EE-4E90-B30B-C63C09715F93}" presName="iconRect" presStyleLbl="node1" presStyleIdx="2" presStyleCnt="3" custLinFactNeighborX="260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 with solid fill"/>
        </a:ext>
      </dgm:extLst>
    </dgm:pt>
    <dgm:pt modelId="{4FA495E0-C268-46D3-962E-AAFFC0AAFDF0}" type="pres">
      <dgm:prSet presAssocID="{22098365-08EE-4E90-B30B-C63C09715F93}" presName="spaceRect" presStyleCnt="0"/>
      <dgm:spPr/>
    </dgm:pt>
    <dgm:pt modelId="{3EF237DA-E3D8-4D80-9880-ADFD636ACA08}" type="pres">
      <dgm:prSet presAssocID="{22098365-08EE-4E90-B30B-C63C09715F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D2001D-A438-40A4-8B79-3FA9EE1E8DDC}" type="presOf" srcId="{85333EF9-39A3-4C53-A347-06AF7E62A408}" destId="{CBCEC8CA-6EBA-4729-9B35-0BA5A8162F2C}" srcOrd="0" destOrd="0" presId="urn:microsoft.com/office/officeart/2018/2/layout/IconVerticalSolidList"/>
    <dgm:cxn modelId="{4054E260-F2A0-4282-B275-5C7DB6AA515E}" srcId="{85333EF9-39A3-4C53-A347-06AF7E62A408}" destId="{F08C7C41-DAC7-4ADE-A8A2-CDB8C6795119}" srcOrd="0" destOrd="0" parTransId="{F8098533-DC32-4ED3-8844-BAE302FD5283}" sibTransId="{9284E5A7-3D76-4072-B9A7-2850CCBAB277}"/>
    <dgm:cxn modelId="{5F2A4E73-3D61-45AE-A7AF-591187A1509C}" type="presOf" srcId="{F08C7C41-DAC7-4ADE-A8A2-CDB8C6795119}" destId="{46F9F7AE-84F4-4F31-9C09-EA0B2AE6D3B6}" srcOrd="0" destOrd="0" presId="urn:microsoft.com/office/officeart/2018/2/layout/IconVerticalSolidList"/>
    <dgm:cxn modelId="{42F43A80-2336-4314-A3C0-C79793985951}" type="presOf" srcId="{22098365-08EE-4E90-B30B-C63C09715F93}" destId="{3EF237DA-E3D8-4D80-9880-ADFD636ACA08}" srcOrd="0" destOrd="0" presId="urn:microsoft.com/office/officeart/2018/2/layout/IconVerticalSolidList"/>
    <dgm:cxn modelId="{10D84FC5-0824-4F15-8C03-8DB491AB1D94}" type="presOf" srcId="{F5A89652-717D-4313-8258-DB51ECE57007}" destId="{42ADD5E5-706A-47CB-A855-A9D4C631E1D2}" srcOrd="0" destOrd="0" presId="urn:microsoft.com/office/officeart/2018/2/layout/IconVerticalSolidList"/>
    <dgm:cxn modelId="{A2BFB3E5-6725-4185-93EB-8FEA4329E27B}" srcId="{85333EF9-39A3-4C53-A347-06AF7E62A408}" destId="{22098365-08EE-4E90-B30B-C63C09715F93}" srcOrd="2" destOrd="0" parTransId="{59D90AC0-7360-4718-8C3D-DCA03CEF49C6}" sibTransId="{6E7F8A5A-7F2A-4DC7-9755-4EC9C104B979}"/>
    <dgm:cxn modelId="{2B2DC9F0-9C3F-44D7-A5CC-0226E4B906C0}" srcId="{85333EF9-39A3-4C53-A347-06AF7E62A408}" destId="{F5A89652-717D-4313-8258-DB51ECE57007}" srcOrd="1" destOrd="0" parTransId="{EA3B092B-59D5-4549-9BAA-ACC19288D0AE}" sibTransId="{EC9555B6-3DAD-419B-B7B0-F1103788B2A9}"/>
    <dgm:cxn modelId="{7270C1E7-343F-49C7-8D24-7DDDC4173054}" type="presParOf" srcId="{CBCEC8CA-6EBA-4729-9B35-0BA5A8162F2C}" destId="{B2EB8766-B749-4BB3-AE7C-B15C9B6DCEA8}" srcOrd="0" destOrd="0" presId="urn:microsoft.com/office/officeart/2018/2/layout/IconVerticalSolidList"/>
    <dgm:cxn modelId="{93BD3737-77CD-4D44-8F4F-9976256AA5DF}" type="presParOf" srcId="{B2EB8766-B749-4BB3-AE7C-B15C9B6DCEA8}" destId="{3FEC8AF4-3786-48AA-BB5C-AE38B7B0BAF5}" srcOrd="0" destOrd="0" presId="urn:microsoft.com/office/officeart/2018/2/layout/IconVerticalSolidList"/>
    <dgm:cxn modelId="{A2A5E925-A10C-4E8B-A541-54FDA4357600}" type="presParOf" srcId="{B2EB8766-B749-4BB3-AE7C-B15C9B6DCEA8}" destId="{D757F1B7-8EEF-47F8-923D-AF0F3679B6E6}" srcOrd="1" destOrd="0" presId="urn:microsoft.com/office/officeart/2018/2/layout/IconVerticalSolidList"/>
    <dgm:cxn modelId="{4AF2C89A-17F7-4419-9385-1F0DFE3D3729}" type="presParOf" srcId="{B2EB8766-B749-4BB3-AE7C-B15C9B6DCEA8}" destId="{E35523B0-5571-4205-A26F-C8B74FFFE1C7}" srcOrd="2" destOrd="0" presId="urn:microsoft.com/office/officeart/2018/2/layout/IconVerticalSolidList"/>
    <dgm:cxn modelId="{1A1B01DD-58E2-42B2-A47D-43F019F0FD03}" type="presParOf" srcId="{B2EB8766-B749-4BB3-AE7C-B15C9B6DCEA8}" destId="{46F9F7AE-84F4-4F31-9C09-EA0B2AE6D3B6}" srcOrd="3" destOrd="0" presId="urn:microsoft.com/office/officeart/2018/2/layout/IconVerticalSolidList"/>
    <dgm:cxn modelId="{F87C6E8F-77CB-4B8C-B68F-ED21071C9F17}" type="presParOf" srcId="{CBCEC8CA-6EBA-4729-9B35-0BA5A8162F2C}" destId="{B9BD399A-B266-4E9F-A1BC-44AEB4B0F17E}" srcOrd="1" destOrd="0" presId="urn:microsoft.com/office/officeart/2018/2/layout/IconVerticalSolidList"/>
    <dgm:cxn modelId="{D74C6A0E-8A55-492E-A28E-085B63B51A7A}" type="presParOf" srcId="{CBCEC8CA-6EBA-4729-9B35-0BA5A8162F2C}" destId="{A2EF4423-4114-4A93-A57C-C78C0AA8F8A6}" srcOrd="2" destOrd="0" presId="urn:microsoft.com/office/officeart/2018/2/layout/IconVerticalSolidList"/>
    <dgm:cxn modelId="{6A6D31B1-D0D0-4854-8F80-8F0B18C14897}" type="presParOf" srcId="{A2EF4423-4114-4A93-A57C-C78C0AA8F8A6}" destId="{0E5D1AA2-F4FD-43E4-8709-602B3D68B406}" srcOrd="0" destOrd="0" presId="urn:microsoft.com/office/officeart/2018/2/layout/IconVerticalSolidList"/>
    <dgm:cxn modelId="{B3FC735B-C751-489D-BB96-91FAB73FAECF}" type="presParOf" srcId="{A2EF4423-4114-4A93-A57C-C78C0AA8F8A6}" destId="{D72B091B-F490-4E65-8B96-CF405D3A4958}" srcOrd="1" destOrd="0" presId="urn:microsoft.com/office/officeart/2018/2/layout/IconVerticalSolidList"/>
    <dgm:cxn modelId="{5084C966-2C5B-41E1-BB4A-FA1F1B0F61DD}" type="presParOf" srcId="{A2EF4423-4114-4A93-A57C-C78C0AA8F8A6}" destId="{F9D43721-144D-44D7-A4E8-053237DC3E18}" srcOrd="2" destOrd="0" presId="urn:microsoft.com/office/officeart/2018/2/layout/IconVerticalSolidList"/>
    <dgm:cxn modelId="{1AF03433-4F51-4580-97C2-6A720E5658CA}" type="presParOf" srcId="{A2EF4423-4114-4A93-A57C-C78C0AA8F8A6}" destId="{42ADD5E5-706A-47CB-A855-A9D4C631E1D2}" srcOrd="3" destOrd="0" presId="urn:microsoft.com/office/officeart/2018/2/layout/IconVerticalSolidList"/>
    <dgm:cxn modelId="{401F16B7-717E-4F14-A1CA-FF5AA5F16310}" type="presParOf" srcId="{CBCEC8CA-6EBA-4729-9B35-0BA5A8162F2C}" destId="{59974639-D5F6-4B6A-85A8-21B2D1E83D0B}" srcOrd="3" destOrd="0" presId="urn:microsoft.com/office/officeart/2018/2/layout/IconVerticalSolidList"/>
    <dgm:cxn modelId="{A4B7E5B6-1CFC-481D-921A-F13BDE6F05F2}" type="presParOf" srcId="{CBCEC8CA-6EBA-4729-9B35-0BA5A8162F2C}" destId="{1AFFDC86-95CF-4C47-8A80-279F096EFC54}" srcOrd="4" destOrd="0" presId="urn:microsoft.com/office/officeart/2018/2/layout/IconVerticalSolidList"/>
    <dgm:cxn modelId="{C7912D96-2F4D-40A8-85F4-66956ECDD413}" type="presParOf" srcId="{1AFFDC86-95CF-4C47-8A80-279F096EFC54}" destId="{CB116536-CF47-49DB-9676-BEC8FF84479C}" srcOrd="0" destOrd="0" presId="urn:microsoft.com/office/officeart/2018/2/layout/IconVerticalSolidList"/>
    <dgm:cxn modelId="{17162E5C-4AB3-4735-B3F1-5B05CE9EFFF7}" type="presParOf" srcId="{1AFFDC86-95CF-4C47-8A80-279F096EFC54}" destId="{1F565CBC-AF43-431F-B0E0-90BBA28736FD}" srcOrd="1" destOrd="0" presId="urn:microsoft.com/office/officeart/2018/2/layout/IconVerticalSolidList"/>
    <dgm:cxn modelId="{45FC52CC-005D-4375-A55B-3EF8108291F7}" type="presParOf" srcId="{1AFFDC86-95CF-4C47-8A80-279F096EFC54}" destId="{4FA495E0-C268-46D3-962E-AAFFC0AAFDF0}" srcOrd="2" destOrd="0" presId="urn:microsoft.com/office/officeart/2018/2/layout/IconVerticalSolidList"/>
    <dgm:cxn modelId="{B28F8737-8B01-4D7E-903A-F9C6F499A4FD}" type="presParOf" srcId="{1AFFDC86-95CF-4C47-8A80-279F096EFC54}" destId="{3EF237DA-E3D8-4D80-9880-ADFD636ACA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333EF9-39A3-4C53-A347-06AF7E62A4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8C7C41-DAC7-4ADE-A8A2-CDB8C6795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Pros: Adaptability, early client visibility, team ownership (</a:t>
          </a:r>
          <a:r>
            <a:rPr lang="lt-LT" dirty="0"/>
            <a:t>Cobb, 2015; Ambler, 2022; Bisikirskienė et al., 2023</a:t>
          </a:r>
          <a:r>
            <a:rPr lang="en-US" dirty="0"/>
            <a:t>).</a:t>
          </a:r>
        </a:p>
      </dgm:t>
    </dgm:pt>
    <dgm:pt modelId="{F8098533-DC32-4ED3-8844-BAE302FD5283}" type="parTrans" cxnId="{4054E260-F2A0-4282-B275-5C7DB6AA515E}">
      <dgm:prSet/>
      <dgm:spPr/>
      <dgm:t>
        <a:bodyPr/>
        <a:lstStyle/>
        <a:p>
          <a:endParaRPr lang="en-US"/>
        </a:p>
      </dgm:t>
    </dgm:pt>
    <dgm:pt modelId="{9284E5A7-3D76-4072-B9A7-2850CCBAB277}" type="sibTrans" cxnId="{4054E260-F2A0-4282-B275-5C7DB6AA515E}">
      <dgm:prSet/>
      <dgm:spPr/>
      <dgm:t>
        <a:bodyPr/>
        <a:lstStyle/>
        <a:p>
          <a:endParaRPr lang="en-US"/>
        </a:p>
      </dgm:t>
    </dgm:pt>
    <dgm:pt modelId="{F5A89652-717D-4313-8258-DB51ECE570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Cons: Slower first sprint, frequent meetings, dependency on client feedback.</a:t>
          </a:r>
        </a:p>
      </dgm:t>
    </dgm:pt>
    <dgm:pt modelId="{EA3B092B-59D5-4549-9BAA-ACC19288D0AE}" type="parTrans" cxnId="{2B2DC9F0-9C3F-44D7-A5CC-0226E4B906C0}">
      <dgm:prSet/>
      <dgm:spPr/>
      <dgm:t>
        <a:bodyPr/>
        <a:lstStyle/>
        <a:p>
          <a:endParaRPr lang="en-US"/>
        </a:p>
      </dgm:t>
    </dgm:pt>
    <dgm:pt modelId="{EC9555B6-3DAD-419B-B7B0-F1103788B2A9}" type="sibTrans" cxnId="{2B2DC9F0-9C3F-44D7-A5CC-0226E4B906C0}">
      <dgm:prSet/>
      <dgm:spPr/>
      <dgm:t>
        <a:bodyPr/>
        <a:lstStyle/>
        <a:p>
          <a:endParaRPr lang="en-US"/>
        </a:p>
      </dgm:t>
    </dgm:pt>
    <dgm:pt modelId="{22098365-08EE-4E90-B30B-C63C09715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Agile was the best approach for SNHU Travel — recommend expanding with training.</a:t>
          </a:r>
        </a:p>
      </dgm:t>
    </dgm:pt>
    <dgm:pt modelId="{59D90AC0-7360-4718-8C3D-DCA03CEF49C6}" type="parTrans" cxnId="{A2BFB3E5-6725-4185-93EB-8FEA4329E27B}">
      <dgm:prSet/>
      <dgm:spPr/>
      <dgm:t>
        <a:bodyPr/>
        <a:lstStyle/>
        <a:p>
          <a:endParaRPr lang="en-US"/>
        </a:p>
      </dgm:t>
    </dgm:pt>
    <dgm:pt modelId="{6E7F8A5A-7F2A-4DC7-9755-4EC9C104B979}" type="sibTrans" cxnId="{A2BFB3E5-6725-4185-93EB-8FEA4329E27B}">
      <dgm:prSet/>
      <dgm:spPr/>
      <dgm:t>
        <a:bodyPr/>
        <a:lstStyle/>
        <a:p>
          <a:endParaRPr lang="en-US"/>
        </a:p>
      </dgm:t>
    </dgm:pt>
    <dgm:pt modelId="{A0F95127-4537-4CC1-8146-C9686796A6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Recent research highlights that Agile strengthens adaptability and team performance (</a:t>
          </a:r>
          <a:r>
            <a:rPr lang="en-US" dirty="0" err="1"/>
            <a:t>Steegh</a:t>
          </a:r>
          <a:r>
            <a:rPr lang="en-US" dirty="0"/>
            <a:t>, 2025).</a:t>
          </a:r>
        </a:p>
      </dgm:t>
    </dgm:pt>
    <dgm:pt modelId="{AE7E6D60-D283-4671-A40F-6C035A89BE3C}" type="parTrans" cxnId="{92B1BCA9-03DE-4DC2-B678-258C6C5A13D9}">
      <dgm:prSet/>
      <dgm:spPr/>
      <dgm:t>
        <a:bodyPr/>
        <a:lstStyle/>
        <a:p>
          <a:endParaRPr lang="en-US"/>
        </a:p>
      </dgm:t>
    </dgm:pt>
    <dgm:pt modelId="{930FE493-AF45-4ADB-A8E8-A9F508F4B9F6}" type="sibTrans" cxnId="{92B1BCA9-03DE-4DC2-B678-258C6C5A13D9}">
      <dgm:prSet/>
      <dgm:spPr/>
      <dgm:t>
        <a:bodyPr/>
        <a:lstStyle/>
        <a:p>
          <a:endParaRPr lang="en-US"/>
        </a:p>
      </dgm:t>
    </dgm:pt>
    <dgm:pt modelId="{CBCEC8CA-6EBA-4729-9B35-0BA5A8162F2C}" type="pres">
      <dgm:prSet presAssocID="{85333EF9-39A3-4C53-A347-06AF7E62A408}" presName="root" presStyleCnt="0">
        <dgm:presLayoutVars>
          <dgm:dir/>
          <dgm:resizeHandles val="exact"/>
        </dgm:presLayoutVars>
      </dgm:prSet>
      <dgm:spPr/>
    </dgm:pt>
    <dgm:pt modelId="{B2EB8766-B749-4BB3-AE7C-B15C9B6DCEA8}" type="pres">
      <dgm:prSet presAssocID="{F08C7C41-DAC7-4ADE-A8A2-CDB8C6795119}" presName="compNode" presStyleCnt="0"/>
      <dgm:spPr/>
    </dgm:pt>
    <dgm:pt modelId="{3FEC8AF4-3786-48AA-BB5C-AE38B7B0BAF5}" type="pres">
      <dgm:prSet presAssocID="{F08C7C41-DAC7-4ADE-A8A2-CDB8C6795119}" presName="bgRect" presStyleLbl="bgShp" presStyleIdx="0" presStyleCnt="4"/>
      <dgm:spPr/>
    </dgm:pt>
    <dgm:pt modelId="{D757F1B7-8EEF-47F8-923D-AF0F3679B6E6}" type="pres">
      <dgm:prSet presAssocID="{F08C7C41-DAC7-4ADE-A8A2-CDB8C67951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E35523B0-5571-4205-A26F-C8B74FFFE1C7}" type="pres">
      <dgm:prSet presAssocID="{F08C7C41-DAC7-4ADE-A8A2-CDB8C6795119}" presName="spaceRect" presStyleCnt="0"/>
      <dgm:spPr/>
    </dgm:pt>
    <dgm:pt modelId="{46F9F7AE-84F4-4F31-9C09-EA0B2AE6D3B6}" type="pres">
      <dgm:prSet presAssocID="{F08C7C41-DAC7-4ADE-A8A2-CDB8C6795119}" presName="parTx" presStyleLbl="revTx" presStyleIdx="0" presStyleCnt="4">
        <dgm:presLayoutVars>
          <dgm:chMax val="0"/>
          <dgm:chPref val="0"/>
        </dgm:presLayoutVars>
      </dgm:prSet>
      <dgm:spPr/>
    </dgm:pt>
    <dgm:pt modelId="{B9BD399A-B266-4E9F-A1BC-44AEB4B0F17E}" type="pres">
      <dgm:prSet presAssocID="{9284E5A7-3D76-4072-B9A7-2850CCBAB277}" presName="sibTrans" presStyleCnt="0"/>
      <dgm:spPr/>
    </dgm:pt>
    <dgm:pt modelId="{A2EF4423-4114-4A93-A57C-C78C0AA8F8A6}" type="pres">
      <dgm:prSet presAssocID="{F5A89652-717D-4313-8258-DB51ECE57007}" presName="compNode" presStyleCnt="0"/>
      <dgm:spPr/>
    </dgm:pt>
    <dgm:pt modelId="{0E5D1AA2-F4FD-43E4-8709-602B3D68B406}" type="pres">
      <dgm:prSet presAssocID="{F5A89652-717D-4313-8258-DB51ECE57007}" presName="bgRect" presStyleLbl="bgShp" presStyleIdx="1" presStyleCnt="4"/>
      <dgm:spPr/>
    </dgm:pt>
    <dgm:pt modelId="{D72B091B-F490-4E65-8B96-CF405D3A4958}" type="pres">
      <dgm:prSet presAssocID="{F5A89652-717D-4313-8258-DB51ECE57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Down with solid fill"/>
        </a:ext>
      </dgm:extLst>
    </dgm:pt>
    <dgm:pt modelId="{F9D43721-144D-44D7-A4E8-053237DC3E18}" type="pres">
      <dgm:prSet presAssocID="{F5A89652-717D-4313-8258-DB51ECE57007}" presName="spaceRect" presStyleCnt="0"/>
      <dgm:spPr/>
    </dgm:pt>
    <dgm:pt modelId="{42ADD5E5-706A-47CB-A855-A9D4C631E1D2}" type="pres">
      <dgm:prSet presAssocID="{F5A89652-717D-4313-8258-DB51ECE57007}" presName="parTx" presStyleLbl="revTx" presStyleIdx="1" presStyleCnt="4">
        <dgm:presLayoutVars>
          <dgm:chMax val="0"/>
          <dgm:chPref val="0"/>
        </dgm:presLayoutVars>
      </dgm:prSet>
      <dgm:spPr/>
    </dgm:pt>
    <dgm:pt modelId="{59974639-D5F6-4B6A-85A8-21B2D1E83D0B}" type="pres">
      <dgm:prSet presAssocID="{EC9555B6-3DAD-419B-B7B0-F1103788B2A9}" presName="sibTrans" presStyleCnt="0"/>
      <dgm:spPr/>
    </dgm:pt>
    <dgm:pt modelId="{D58970AD-602B-4AAA-BFF4-4BF0AB6CD261}" type="pres">
      <dgm:prSet presAssocID="{A0F95127-4537-4CC1-8146-C9686796A6AA}" presName="compNode" presStyleCnt="0"/>
      <dgm:spPr/>
    </dgm:pt>
    <dgm:pt modelId="{F06B3FDA-25DB-432D-B98D-FDBBC2D798DC}" type="pres">
      <dgm:prSet presAssocID="{A0F95127-4537-4CC1-8146-C9686796A6AA}" presName="bgRect" presStyleLbl="bgShp" presStyleIdx="2" presStyleCnt="4"/>
      <dgm:spPr/>
    </dgm:pt>
    <dgm:pt modelId="{ED00957C-3C82-4218-A10F-FABD149A3BDE}" type="pres">
      <dgm:prSet presAssocID="{A0F95127-4537-4CC1-8146-C9686796A6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 with solid fill"/>
        </a:ext>
      </dgm:extLst>
    </dgm:pt>
    <dgm:pt modelId="{96AB53EE-3048-4E50-86DB-11F20F823D11}" type="pres">
      <dgm:prSet presAssocID="{A0F95127-4537-4CC1-8146-C9686796A6AA}" presName="spaceRect" presStyleCnt="0"/>
      <dgm:spPr/>
    </dgm:pt>
    <dgm:pt modelId="{7E072C73-754B-45A2-B348-692584DDC778}" type="pres">
      <dgm:prSet presAssocID="{A0F95127-4537-4CC1-8146-C9686796A6AA}" presName="parTx" presStyleLbl="revTx" presStyleIdx="2" presStyleCnt="4">
        <dgm:presLayoutVars>
          <dgm:chMax val="0"/>
          <dgm:chPref val="0"/>
        </dgm:presLayoutVars>
      </dgm:prSet>
      <dgm:spPr/>
    </dgm:pt>
    <dgm:pt modelId="{580349AE-FC64-4100-9E5C-EC6119B52B1C}" type="pres">
      <dgm:prSet presAssocID="{930FE493-AF45-4ADB-A8E8-A9F508F4B9F6}" presName="sibTrans" presStyleCnt="0"/>
      <dgm:spPr/>
    </dgm:pt>
    <dgm:pt modelId="{1AFFDC86-95CF-4C47-8A80-279F096EFC54}" type="pres">
      <dgm:prSet presAssocID="{22098365-08EE-4E90-B30B-C63C09715F93}" presName="compNode" presStyleCnt="0"/>
      <dgm:spPr/>
    </dgm:pt>
    <dgm:pt modelId="{CB116536-CF47-49DB-9676-BEC8FF84479C}" type="pres">
      <dgm:prSet presAssocID="{22098365-08EE-4E90-B30B-C63C09715F93}" presName="bgRect" presStyleLbl="bgShp" presStyleIdx="3" presStyleCnt="4" custLinFactNeighborX="159"/>
      <dgm:spPr/>
    </dgm:pt>
    <dgm:pt modelId="{1F565CBC-AF43-431F-B0E0-90BBA28736FD}" type="pres">
      <dgm:prSet presAssocID="{22098365-08EE-4E90-B30B-C63C09715F93}" presName="iconRect" presStyleLbl="node1" presStyleIdx="3" presStyleCnt="4" custLinFactNeighborX="2609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leted with solid fill"/>
        </a:ext>
      </dgm:extLst>
    </dgm:pt>
    <dgm:pt modelId="{4FA495E0-C268-46D3-962E-AAFFC0AAFDF0}" type="pres">
      <dgm:prSet presAssocID="{22098365-08EE-4E90-B30B-C63C09715F93}" presName="spaceRect" presStyleCnt="0"/>
      <dgm:spPr/>
    </dgm:pt>
    <dgm:pt modelId="{3EF237DA-E3D8-4D80-9880-ADFD636ACA08}" type="pres">
      <dgm:prSet presAssocID="{22098365-08EE-4E90-B30B-C63C09715F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D2001D-A438-40A4-8B79-3FA9EE1E8DDC}" type="presOf" srcId="{85333EF9-39A3-4C53-A347-06AF7E62A408}" destId="{CBCEC8CA-6EBA-4729-9B35-0BA5A8162F2C}" srcOrd="0" destOrd="0" presId="urn:microsoft.com/office/officeart/2018/2/layout/IconVerticalSolidList"/>
    <dgm:cxn modelId="{4054E260-F2A0-4282-B275-5C7DB6AA515E}" srcId="{85333EF9-39A3-4C53-A347-06AF7E62A408}" destId="{F08C7C41-DAC7-4ADE-A8A2-CDB8C6795119}" srcOrd="0" destOrd="0" parTransId="{F8098533-DC32-4ED3-8844-BAE302FD5283}" sibTransId="{9284E5A7-3D76-4072-B9A7-2850CCBAB277}"/>
    <dgm:cxn modelId="{5F2A4E73-3D61-45AE-A7AF-591187A1509C}" type="presOf" srcId="{F08C7C41-DAC7-4ADE-A8A2-CDB8C6795119}" destId="{46F9F7AE-84F4-4F31-9C09-EA0B2AE6D3B6}" srcOrd="0" destOrd="0" presId="urn:microsoft.com/office/officeart/2018/2/layout/IconVerticalSolidList"/>
    <dgm:cxn modelId="{42F43A80-2336-4314-A3C0-C79793985951}" type="presOf" srcId="{22098365-08EE-4E90-B30B-C63C09715F93}" destId="{3EF237DA-E3D8-4D80-9880-ADFD636ACA08}" srcOrd="0" destOrd="0" presId="urn:microsoft.com/office/officeart/2018/2/layout/IconVerticalSolidList"/>
    <dgm:cxn modelId="{92B1BCA9-03DE-4DC2-B678-258C6C5A13D9}" srcId="{85333EF9-39A3-4C53-A347-06AF7E62A408}" destId="{A0F95127-4537-4CC1-8146-C9686796A6AA}" srcOrd="2" destOrd="0" parTransId="{AE7E6D60-D283-4671-A40F-6C035A89BE3C}" sibTransId="{930FE493-AF45-4ADB-A8E8-A9F508F4B9F6}"/>
    <dgm:cxn modelId="{10D84FC5-0824-4F15-8C03-8DB491AB1D94}" type="presOf" srcId="{F5A89652-717D-4313-8258-DB51ECE57007}" destId="{42ADD5E5-706A-47CB-A855-A9D4C631E1D2}" srcOrd="0" destOrd="0" presId="urn:microsoft.com/office/officeart/2018/2/layout/IconVerticalSolidList"/>
    <dgm:cxn modelId="{9987F3D3-E180-460D-B4A2-2BC64C6F5226}" type="presOf" srcId="{A0F95127-4537-4CC1-8146-C9686796A6AA}" destId="{7E072C73-754B-45A2-B348-692584DDC778}" srcOrd="0" destOrd="0" presId="urn:microsoft.com/office/officeart/2018/2/layout/IconVerticalSolidList"/>
    <dgm:cxn modelId="{A2BFB3E5-6725-4185-93EB-8FEA4329E27B}" srcId="{85333EF9-39A3-4C53-A347-06AF7E62A408}" destId="{22098365-08EE-4E90-B30B-C63C09715F93}" srcOrd="3" destOrd="0" parTransId="{59D90AC0-7360-4718-8C3D-DCA03CEF49C6}" sibTransId="{6E7F8A5A-7F2A-4DC7-9755-4EC9C104B979}"/>
    <dgm:cxn modelId="{2B2DC9F0-9C3F-44D7-A5CC-0226E4B906C0}" srcId="{85333EF9-39A3-4C53-A347-06AF7E62A408}" destId="{F5A89652-717D-4313-8258-DB51ECE57007}" srcOrd="1" destOrd="0" parTransId="{EA3B092B-59D5-4549-9BAA-ACC19288D0AE}" sibTransId="{EC9555B6-3DAD-419B-B7B0-F1103788B2A9}"/>
    <dgm:cxn modelId="{7270C1E7-343F-49C7-8D24-7DDDC4173054}" type="presParOf" srcId="{CBCEC8CA-6EBA-4729-9B35-0BA5A8162F2C}" destId="{B2EB8766-B749-4BB3-AE7C-B15C9B6DCEA8}" srcOrd="0" destOrd="0" presId="urn:microsoft.com/office/officeart/2018/2/layout/IconVerticalSolidList"/>
    <dgm:cxn modelId="{93BD3737-77CD-4D44-8F4F-9976256AA5DF}" type="presParOf" srcId="{B2EB8766-B749-4BB3-AE7C-B15C9B6DCEA8}" destId="{3FEC8AF4-3786-48AA-BB5C-AE38B7B0BAF5}" srcOrd="0" destOrd="0" presId="urn:microsoft.com/office/officeart/2018/2/layout/IconVerticalSolidList"/>
    <dgm:cxn modelId="{A2A5E925-A10C-4E8B-A541-54FDA4357600}" type="presParOf" srcId="{B2EB8766-B749-4BB3-AE7C-B15C9B6DCEA8}" destId="{D757F1B7-8EEF-47F8-923D-AF0F3679B6E6}" srcOrd="1" destOrd="0" presId="urn:microsoft.com/office/officeart/2018/2/layout/IconVerticalSolidList"/>
    <dgm:cxn modelId="{4AF2C89A-17F7-4419-9385-1F0DFE3D3729}" type="presParOf" srcId="{B2EB8766-B749-4BB3-AE7C-B15C9B6DCEA8}" destId="{E35523B0-5571-4205-A26F-C8B74FFFE1C7}" srcOrd="2" destOrd="0" presId="urn:microsoft.com/office/officeart/2018/2/layout/IconVerticalSolidList"/>
    <dgm:cxn modelId="{1A1B01DD-58E2-42B2-A47D-43F019F0FD03}" type="presParOf" srcId="{B2EB8766-B749-4BB3-AE7C-B15C9B6DCEA8}" destId="{46F9F7AE-84F4-4F31-9C09-EA0B2AE6D3B6}" srcOrd="3" destOrd="0" presId="urn:microsoft.com/office/officeart/2018/2/layout/IconVerticalSolidList"/>
    <dgm:cxn modelId="{F87C6E8F-77CB-4B8C-B68F-ED21071C9F17}" type="presParOf" srcId="{CBCEC8CA-6EBA-4729-9B35-0BA5A8162F2C}" destId="{B9BD399A-B266-4E9F-A1BC-44AEB4B0F17E}" srcOrd="1" destOrd="0" presId="urn:microsoft.com/office/officeart/2018/2/layout/IconVerticalSolidList"/>
    <dgm:cxn modelId="{D74C6A0E-8A55-492E-A28E-085B63B51A7A}" type="presParOf" srcId="{CBCEC8CA-6EBA-4729-9B35-0BA5A8162F2C}" destId="{A2EF4423-4114-4A93-A57C-C78C0AA8F8A6}" srcOrd="2" destOrd="0" presId="urn:microsoft.com/office/officeart/2018/2/layout/IconVerticalSolidList"/>
    <dgm:cxn modelId="{6A6D31B1-D0D0-4854-8F80-8F0B18C14897}" type="presParOf" srcId="{A2EF4423-4114-4A93-A57C-C78C0AA8F8A6}" destId="{0E5D1AA2-F4FD-43E4-8709-602B3D68B406}" srcOrd="0" destOrd="0" presId="urn:microsoft.com/office/officeart/2018/2/layout/IconVerticalSolidList"/>
    <dgm:cxn modelId="{B3FC735B-C751-489D-BB96-91FAB73FAECF}" type="presParOf" srcId="{A2EF4423-4114-4A93-A57C-C78C0AA8F8A6}" destId="{D72B091B-F490-4E65-8B96-CF405D3A4958}" srcOrd="1" destOrd="0" presId="urn:microsoft.com/office/officeart/2018/2/layout/IconVerticalSolidList"/>
    <dgm:cxn modelId="{5084C966-2C5B-41E1-BB4A-FA1F1B0F61DD}" type="presParOf" srcId="{A2EF4423-4114-4A93-A57C-C78C0AA8F8A6}" destId="{F9D43721-144D-44D7-A4E8-053237DC3E18}" srcOrd="2" destOrd="0" presId="urn:microsoft.com/office/officeart/2018/2/layout/IconVerticalSolidList"/>
    <dgm:cxn modelId="{1AF03433-4F51-4580-97C2-6A720E5658CA}" type="presParOf" srcId="{A2EF4423-4114-4A93-A57C-C78C0AA8F8A6}" destId="{42ADD5E5-706A-47CB-A855-A9D4C631E1D2}" srcOrd="3" destOrd="0" presId="urn:microsoft.com/office/officeart/2018/2/layout/IconVerticalSolidList"/>
    <dgm:cxn modelId="{401F16B7-717E-4F14-A1CA-FF5AA5F16310}" type="presParOf" srcId="{CBCEC8CA-6EBA-4729-9B35-0BA5A8162F2C}" destId="{59974639-D5F6-4B6A-85A8-21B2D1E83D0B}" srcOrd="3" destOrd="0" presId="urn:microsoft.com/office/officeart/2018/2/layout/IconVerticalSolidList"/>
    <dgm:cxn modelId="{08762CD9-A253-480D-869D-50DFA2E1C5DA}" type="presParOf" srcId="{CBCEC8CA-6EBA-4729-9B35-0BA5A8162F2C}" destId="{D58970AD-602B-4AAA-BFF4-4BF0AB6CD261}" srcOrd="4" destOrd="0" presId="urn:microsoft.com/office/officeart/2018/2/layout/IconVerticalSolidList"/>
    <dgm:cxn modelId="{8125FC4F-4286-48AD-A746-836B52523F9F}" type="presParOf" srcId="{D58970AD-602B-4AAA-BFF4-4BF0AB6CD261}" destId="{F06B3FDA-25DB-432D-B98D-FDBBC2D798DC}" srcOrd="0" destOrd="0" presId="urn:microsoft.com/office/officeart/2018/2/layout/IconVerticalSolidList"/>
    <dgm:cxn modelId="{E591AD9B-8232-47A7-A1B6-F358B3AC133F}" type="presParOf" srcId="{D58970AD-602B-4AAA-BFF4-4BF0AB6CD261}" destId="{ED00957C-3C82-4218-A10F-FABD149A3BDE}" srcOrd="1" destOrd="0" presId="urn:microsoft.com/office/officeart/2018/2/layout/IconVerticalSolidList"/>
    <dgm:cxn modelId="{DFB86156-178B-48A1-A7AC-968E421A53F5}" type="presParOf" srcId="{D58970AD-602B-4AAA-BFF4-4BF0AB6CD261}" destId="{96AB53EE-3048-4E50-86DB-11F20F823D11}" srcOrd="2" destOrd="0" presId="urn:microsoft.com/office/officeart/2018/2/layout/IconVerticalSolidList"/>
    <dgm:cxn modelId="{9B708027-F1C0-4A71-9A70-C56E30B1B5AA}" type="presParOf" srcId="{D58970AD-602B-4AAA-BFF4-4BF0AB6CD261}" destId="{7E072C73-754B-45A2-B348-692584DDC778}" srcOrd="3" destOrd="0" presId="urn:microsoft.com/office/officeart/2018/2/layout/IconVerticalSolidList"/>
    <dgm:cxn modelId="{FC1CB7E0-2745-4BCD-85D7-C6C34524833E}" type="presParOf" srcId="{CBCEC8CA-6EBA-4729-9B35-0BA5A8162F2C}" destId="{580349AE-FC64-4100-9E5C-EC6119B52B1C}" srcOrd="5" destOrd="0" presId="urn:microsoft.com/office/officeart/2018/2/layout/IconVerticalSolidList"/>
    <dgm:cxn modelId="{A4B7E5B6-1CFC-481D-921A-F13BDE6F05F2}" type="presParOf" srcId="{CBCEC8CA-6EBA-4729-9B35-0BA5A8162F2C}" destId="{1AFFDC86-95CF-4C47-8A80-279F096EFC54}" srcOrd="6" destOrd="0" presId="urn:microsoft.com/office/officeart/2018/2/layout/IconVerticalSolidList"/>
    <dgm:cxn modelId="{C7912D96-2F4D-40A8-85F4-66956ECDD413}" type="presParOf" srcId="{1AFFDC86-95CF-4C47-8A80-279F096EFC54}" destId="{CB116536-CF47-49DB-9676-BEC8FF84479C}" srcOrd="0" destOrd="0" presId="urn:microsoft.com/office/officeart/2018/2/layout/IconVerticalSolidList"/>
    <dgm:cxn modelId="{17162E5C-4AB3-4735-B3F1-5B05CE9EFFF7}" type="presParOf" srcId="{1AFFDC86-95CF-4C47-8A80-279F096EFC54}" destId="{1F565CBC-AF43-431F-B0E0-90BBA28736FD}" srcOrd="1" destOrd="0" presId="urn:microsoft.com/office/officeart/2018/2/layout/IconVerticalSolidList"/>
    <dgm:cxn modelId="{45FC52CC-005D-4375-A55B-3EF8108291F7}" type="presParOf" srcId="{1AFFDC86-95CF-4C47-8A80-279F096EFC54}" destId="{4FA495E0-C268-46D3-962E-AAFFC0AAFDF0}" srcOrd="2" destOrd="0" presId="urn:microsoft.com/office/officeart/2018/2/layout/IconVerticalSolidList"/>
    <dgm:cxn modelId="{B28F8737-8B01-4D7E-903A-F9C6F499A4FD}" type="presParOf" srcId="{1AFFDC86-95CF-4C47-8A80-279F096EFC54}" destId="{3EF237DA-E3D8-4D80-9880-ADFD636ACA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85FD79-2D67-432C-8D3C-93CD04F048B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A67A6CC-C2D1-4089-B53A-DA3598F174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Agile improved speed, flexibility, and client alignment </a:t>
          </a:r>
          <a:r>
            <a:rPr lang="en-US" i="1" dirty="0"/>
            <a:t>(Cobb, 2015; Hamilton, 2014)</a:t>
          </a:r>
          <a:r>
            <a:rPr lang="en-US" i="0" dirty="0"/>
            <a:t>.</a:t>
          </a:r>
          <a:endParaRPr lang="en-US" dirty="0"/>
        </a:p>
      </dgm:t>
    </dgm:pt>
    <dgm:pt modelId="{0C998FB9-EC64-46E9-B71A-66A2124F8B5E}" type="parTrans" cxnId="{EDA84C10-486D-489C-BA68-EFB39350FDC6}">
      <dgm:prSet/>
      <dgm:spPr/>
      <dgm:t>
        <a:bodyPr/>
        <a:lstStyle/>
        <a:p>
          <a:endParaRPr lang="en-US"/>
        </a:p>
      </dgm:t>
    </dgm:pt>
    <dgm:pt modelId="{A0C0C6F4-DD0A-47FC-85F5-6148DBF3DB92}" type="sibTrans" cxnId="{EDA84C10-486D-489C-BA68-EFB39350FDC6}">
      <dgm:prSet/>
      <dgm:spPr/>
      <dgm:t>
        <a:bodyPr/>
        <a:lstStyle/>
        <a:p>
          <a:endParaRPr lang="en-US"/>
        </a:p>
      </dgm:t>
    </dgm:pt>
    <dgm:pt modelId="{3FEC9B1F-1EB5-4261-B304-B36D077C4C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Better collaboration and value delivery than rigid waterfall process.</a:t>
          </a:r>
        </a:p>
      </dgm:t>
    </dgm:pt>
    <dgm:pt modelId="{7ED5F261-D158-44BD-8CF0-FAC1B547B1FE}" type="parTrans" cxnId="{2E606FED-DF4C-40C8-B486-9EABC9BD6092}">
      <dgm:prSet/>
      <dgm:spPr/>
      <dgm:t>
        <a:bodyPr/>
        <a:lstStyle/>
        <a:p>
          <a:endParaRPr lang="en-US"/>
        </a:p>
      </dgm:t>
    </dgm:pt>
    <dgm:pt modelId="{54D91CD4-7A25-4479-A7B7-4F475C15835B}" type="sibTrans" cxnId="{2E606FED-DF4C-40C8-B486-9EABC9BD6092}">
      <dgm:prSet/>
      <dgm:spPr/>
      <dgm:t>
        <a:bodyPr/>
        <a:lstStyle/>
        <a:p>
          <a:endParaRPr lang="en-US"/>
        </a:p>
      </dgm:t>
    </dgm:pt>
    <dgm:pt modelId="{953B16BD-4E77-467B-AE0C-D3B396A16C77}" type="pres">
      <dgm:prSet presAssocID="{6685FD79-2D67-432C-8D3C-93CD04F048BA}" presName="root" presStyleCnt="0">
        <dgm:presLayoutVars>
          <dgm:dir/>
          <dgm:resizeHandles val="exact"/>
        </dgm:presLayoutVars>
      </dgm:prSet>
      <dgm:spPr/>
    </dgm:pt>
    <dgm:pt modelId="{79AA5638-7427-4DEC-88B2-0F98A47F3EAD}" type="pres">
      <dgm:prSet presAssocID="{1A67A6CC-C2D1-4089-B53A-DA3598F174F5}" presName="compNode" presStyleCnt="0"/>
      <dgm:spPr/>
    </dgm:pt>
    <dgm:pt modelId="{0448CACE-8222-4E13-B2E5-6D5E5771E22A}" type="pres">
      <dgm:prSet presAssocID="{1A67A6CC-C2D1-4089-B53A-DA3598F174F5}" presName="bgRect" presStyleLbl="bgShp" presStyleIdx="0" presStyleCnt="2"/>
      <dgm:spPr/>
    </dgm:pt>
    <dgm:pt modelId="{05F8D35E-F279-4A27-9F6A-E6D88AF467C2}" type="pres">
      <dgm:prSet presAssocID="{1A67A6CC-C2D1-4089-B53A-DA3598F174F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0782275-DCB6-458A-82AC-761FA109BBCF}" type="pres">
      <dgm:prSet presAssocID="{1A67A6CC-C2D1-4089-B53A-DA3598F174F5}" presName="spaceRect" presStyleCnt="0"/>
      <dgm:spPr/>
    </dgm:pt>
    <dgm:pt modelId="{9B98972D-C52A-42DB-B2AA-78AA74605055}" type="pres">
      <dgm:prSet presAssocID="{1A67A6CC-C2D1-4089-B53A-DA3598F174F5}" presName="parTx" presStyleLbl="revTx" presStyleIdx="0" presStyleCnt="2">
        <dgm:presLayoutVars>
          <dgm:chMax val="0"/>
          <dgm:chPref val="0"/>
        </dgm:presLayoutVars>
      </dgm:prSet>
      <dgm:spPr/>
    </dgm:pt>
    <dgm:pt modelId="{4026354C-D51A-47C5-9B9D-2F32182634F1}" type="pres">
      <dgm:prSet presAssocID="{A0C0C6F4-DD0A-47FC-85F5-6148DBF3DB92}" presName="sibTrans" presStyleCnt="0"/>
      <dgm:spPr/>
    </dgm:pt>
    <dgm:pt modelId="{DE17A835-B52E-4C8A-9FC3-E2D221D057E8}" type="pres">
      <dgm:prSet presAssocID="{3FEC9B1F-1EB5-4261-B304-B36D077C4CAD}" presName="compNode" presStyleCnt="0"/>
      <dgm:spPr/>
    </dgm:pt>
    <dgm:pt modelId="{2E758D4A-4A9E-4C28-AC09-30025D9A3046}" type="pres">
      <dgm:prSet presAssocID="{3FEC9B1F-1EB5-4261-B304-B36D077C4CAD}" presName="bgRect" presStyleLbl="bgShp" presStyleIdx="1" presStyleCnt="2"/>
      <dgm:spPr/>
    </dgm:pt>
    <dgm:pt modelId="{169ABE26-01FC-4FBC-A444-6F8352B2BA0D}" type="pres">
      <dgm:prSet presAssocID="{3FEC9B1F-1EB5-4261-B304-B36D077C4CA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 with solid fill"/>
        </a:ext>
      </dgm:extLst>
    </dgm:pt>
    <dgm:pt modelId="{477D8D34-03AA-4B9A-BEC3-E4B34B8111C1}" type="pres">
      <dgm:prSet presAssocID="{3FEC9B1F-1EB5-4261-B304-B36D077C4CAD}" presName="spaceRect" presStyleCnt="0"/>
      <dgm:spPr/>
    </dgm:pt>
    <dgm:pt modelId="{B46D229C-B0B6-4AEF-B563-B8C595DECDCC}" type="pres">
      <dgm:prSet presAssocID="{3FEC9B1F-1EB5-4261-B304-B36D077C4CA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DA84C10-486D-489C-BA68-EFB39350FDC6}" srcId="{6685FD79-2D67-432C-8D3C-93CD04F048BA}" destId="{1A67A6CC-C2D1-4089-B53A-DA3598F174F5}" srcOrd="0" destOrd="0" parTransId="{0C998FB9-EC64-46E9-B71A-66A2124F8B5E}" sibTransId="{A0C0C6F4-DD0A-47FC-85F5-6148DBF3DB92}"/>
    <dgm:cxn modelId="{90D5E81B-5C7C-4081-8B08-0147C23A9258}" type="presOf" srcId="{1A67A6CC-C2D1-4089-B53A-DA3598F174F5}" destId="{9B98972D-C52A-42DB-B2AA-78AA74605055}" srcOrd="0" destOrd="0" presId="urn:microsoft.com/office/officeart/2018/2/layout/IconVerticalSolidList"/>
    <dgm:cxn modelId="{CB070773-F9E7-45D6-8088-27397B5DA2C3}" type="presOf" srcId="{6685FD79-2D67-432C-8D3C-93CD04F048BA}" destId="{953B16BD-4E77-467B-AE0C-D3B396A16C77}" srcOrd="0" destOrd="0" presId="urn:microsoft.com/office/officeart/2018/2/layout/IconVerticalSolidList"/>
    <dgm:cxn modelId="{A47A56C3-E641-4E34-9666-D507E17EDCE2}" type="presOf" srcId="{3FEC9B1F-1EB5-4261-B304-B36D077C4CAD}" destId="{B46D229C-B0B6-4AEF-B563-B8C595DECDCC}" srcOrd="0" destOrd="0" presId="urn:microsoft.com/office/officeart/2018/2/layout/IconVerticalSolidList"/>
    <dgm:cxn modelId="{2E606FED-DF4C-40C8-B486-9EABC9BD6092}" srcId="{6685FD79-2D67-432C-8D3C-93CD04F048BA}" destId="{3FEC9B1F-1EB5-4261-B304-B36D077C4CAD}" srcOrd="1" destOrd="0" parTransId="{7ED5F261-D158-44BD-8CF0-FAC1B547B1FE}" sibTransId="{54D91CD4-7A25-4479-A7B7-4F475C15835B}"/>
    <dgm:cxn modelId="{9C67C4FB-CB93-493D-BF84-F947C772219D}" type="presParOf" srcId="{953B16BD-4E77-467B-AE0C-D3B396A16C77}" destId="{79AA5638-7427-4DEC-88B2-0F98A47F3EAD}" srcOrd="0" destOrd="0" presId="urn:microsoft.com/office/officeart/2018/2/layout/IconVerticalSolidList"/>
    <dgm:cxn modelId="{35B16FDA-C56B-4174-8D06-5F9C25056783}" type="presParOf" srcId="{79AA5638-7427-4DEC-88B2-0F98A47F3EAD}" destId="{0448CACE-8222-4E13-B2E5-6D5E5771E22A}" srcOrd="0" destOrd="0" presId="urn:microsoft.com/office/officeart/2018/2/layout/IconVerticalSolidList"/>
    <dgm:cxn modelId="{37BBC4F1-8879-49EC-BC11-95AB8619C321}" type="presParOf" srcId="{79AA5638-7427-4DEC-88B2-0F98A47F3EAD}" destId="{05F8D35E-F279-4A27-9F6A-E6D88AF467C2}" srcOrd="1" destOrd="0" presId="urn:microsoft.com/office/officeart/2018/2/layout/IconVerticalSolidList"/>
    <dgm:cxn modelId="{A1386E19-5F57-4EF4-AB02-9FE8306A5499}" type="presParOf" srcId="{79AA5638-7427-4DEC-88B2-0F98A47F3EAD}" destId="{A0782275-DCB6-458A-82AC-761FA109BBCF}" srcOrd="2" destOrd="0" presId="urn:microsoft.com/office/officeart/2018/2/layout/IconVerticalSolidList"/>
    <dgm:cxn modelId="{1003A9A4-A434-4CC5-BF1E-A252BB6DFD08}" type="presParOf" srcId="{79AA5638-7427-4DEC-88B2-0F98A47F3EAD}" destId="{9B98972D-C52A-42DB-B2AA-78AA74605055}" srcOrd="3" destOrd="0" presId="urn:microsoft.com/office/officeart/2018/2/layout/IconVerticalSolidList"/>
    <dgm:cxn modelId="{2AB272FB-8330-48F4-BC59-6EE30261ECA2}" type="presParOf" srcId="{953B16BD-4E77-467B-AE0C-D3B396A16C77}" destId="{4026354C-D51A-47C5-9B9D-2F32182634F1}" srcOrd="1" destOrd="0" presId="urn:microsoft.com/office/officeart/2018/2/layout/IconVerticalSolidList"/>
    <dgm:cxn modelId="{00B2BA77-8F6E-46FD-8C3E-4F65FDF95A21}" type="presParOf" srcId="{953B16BD-4E77-467B-AE0C-D3B396A16C77}" destId="{DE17A835-B52E-4C8A-9FC3-E2D221D057E8}" srcOrd="2" destOrd="0" presId="urn:microsoft.com/office/officeart/2018/2/layout/IconVerticalSolidList"/>
    <dgm:cxn modelId="{CA8411DF-CD7E-4586-AA56-11602FDF3937}" type="presParOf" srcId="{DE17A835-B52E-4C8A-9FC3-E2D221D057E8}" destId="{2E758D4A-4A9E-4C28-AC09-30025D9A3046}" srcOrd="0" destOrd="0" presId="urn:microsoft.com/office/officeart/2018/2/layout/IconVerticalSolidList"/>
    <dgm:cxn modelId="{0FBFC3DB-9458-4BF7-8356-8E483D3EA99B}" type="presParOf" srcId="{DE17A835-B52E-4C8A-9FC3-E2D221D057E8}" destId="{169ABE26-01FC-4FBC-A444-6F8352B2BA0D}" srcOrd="1" destOrd="0" presId="urn:microsoft.com/office/officeart/2018/2/layout/IconVerticalSolidList"/>
    <dgm:cxn modelId="{96BC45FF-98A0-4FA3-9B45-C052CE51B975}" type="presParOf" srcId="{DE17A835-B52E-4C8A-9FC3-E2D221D057E8}" destId="{477D8D34-03AA-4B9A-BEC3-E4B34B8111C1}" srcOrd="2" destOrd="0" presId="urn:microsoft.com/office/officeart/2018/2/layout/IconVerticalSolidList"/>
    <dgm:cxn modelId="{345FD217-9F50-46C1-9794-906F0BB756F0}" type="presParOf" srcId="{DE17A835-B52E-4C8A-9FC3-E2D221D057E8}" destId="{B46D229C-B0B6-4AEF-B563-B8C595DECD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34263-24B8-4DD6-A7FA-3A3A92260771}">
      <dsp:nvSpPr>
        <dsp:cNvPr id="0" name=""/>
        <dsp:cNvSpPr/>
      </dsp:nvSpPr>
      <dsp:spPr>
        <a:xfrm>
          <a:off x="0" y="74904"/>
          <a:ext cx="4231481" cy="1544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ChadaTech shifted from a traditional waterfall process to a Scrum-Agile approach for the SNHU Travel project.</a:t>
          </a:r>
        </a:p>
      </dsp:txBody>
      <dsp:txXfrm>
        <a:off x="75391" y="150295"/>
        <a:ext cx="4080699" cy="1393618"/>
      </dsp:txXfrm>
    </dsp:sp>
    <dsp:sp modelId="{E5DD3AD3-4B34-45C9-AEF0-01EC9AB31B56}">
      <dsp:nvSpPr>
        <dsp:cNvPr id="0" name=""/>
        <dsp:cNvSpPr/>
      </dsp:nvSpPr>
      <dsp:spPr>
        <a:xfrm>
          <a:off x="0" y="1688425"/>
          <a:ext cx="4231481" cy="154440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Goal: Deliver faster, adapt to change, improve collaboration.</a:t>
          </a:r>
        </a:p>
      </dsp:txBody>
      <dsp:txXfrm>
        <a:off x="75391" y="1763816"/>
        <a:ext cx="4080699" cy="1393618"/>
      </dsp:txXfrm>
    </dsp:sp>
    <dsp:sp modelId="{89AE0ADC-4C16-4AA4-880C-A2792D1C1A2F}">
      <dsp:nvSpPr>
        <dsp:cNvPr id="0" name=""/>
        <dsp:cNvSpPr/>
      </dsp:nvSpPr>
      <dsp:spPr>
        <a:xfrm>
          <a:off x="0" y="3301945"/>
          <a:ext cx="4231481" cy="154440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Role: Scrum Master overseeing sprint planning, execution, and retrospectives </a:t>
          </a:r>
          <a:r>
            <a:rPr lang="en-US" sz="2400" i="1" kern="1200" dirty="0"/>
            <a:t>(Cobb, 2015)</a:t>
          </a:r>
          <a:r>
            <a:rPr lang="en-US" sz="2400" i="0" kern="1200" dirty="0"/>
            <a:t>.</a:t>
          </a:r>
          <a:endParaRPr lang="en-US" sz="2400" i="1" kern="1200" dirty="0"/>
        </a:p>
      </dsp:txBody>
      <dsp:txXfrm>
        <a:off x="75391" y="3377336"/>
        <a:ext cx="4080699" cy="13936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8405A-9354-4317-94D8-CB209D3B40E3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6C986-67D1-489F-B3DC-07E91AFAC9C1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231C1-0A41-4E66-B206-E01E388B2327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Product Owner – Prioritized high-value features like 'Last-Minute Deals' </a:t>
          </a:r>
          <a:r>
            <a:rPr lang="en-US" sz="2400" i="1" kern="1200" dirty="0"/>
            <a:t>(Cobb, 2015)</a:t>
          </a:r>
          <a:r>
            <a:rPr lang="en-US" sz="2400" i="0" kern="1200" dirty="0"/>
            <a:t>.</a:t>
          </a:r>
          <a:endParaRPr lang="en-US" sz="2400" i="1" kern="1200" dirty="0"/>
        </a:p>
      </dsp:txBody>
      <dsp:txXfrm>
        <a:off x="1327175" y="491"/>
        <a:ext cx="5963021" cy="1149069"/>
      </dsp:txXfrm>
    </dsp:sp>
    <dsp:sp modelId="{BA79292F-825B-4461-81A9-99C7BFA757A3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690C9-9840-418C-B69D-EEC3BCCB4CAE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C07E0-0018-4E25-BE59-BCE1DEFDAD6C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Scrum Master – Facilitated meetings, removed blockers; resolved API issue with sandbox.</a:t>
          </a:r>
        </a:p>
      </dsp:txBody>
      <dsp:txXfrm>
        <a:off x="1327175" y="1436827"/>
        <a:ext cx="5963021" cy="1149069"/>
      </dsp:txXfrm>
    </dsp:sp>
    <dsp:sp modelId="{202CED2F-1387-4039-8C8E-C197865893B9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42570-34FA-4010-AE8B-217ED2CD0E32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609EB-AE32-4093-8A12-466BFCEA2F33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Development Team – Split tasks (booking form vs search logic) to finish early on some features.</a:t>
          </a:r>
        </a:p>
      </dsp:txBody>
      <dsp:txXfrm>
        <a:off x="1327175" y="2873164"/>
        <a:ext cx="5963021" cy="11490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B7CAE-BA1E-4EC7-AF59-EC74DE030E07}">
      <dsp:nvSpPr>
        <dsp:cNvPr id="0" name=""/>
        <dsp:cNvSpPr/>
      </dsp:nvSpPr>
      <dsp:spPr>
        <a:xfrm>
          <a:off x="0" y="266965"/>
          <a:ext cx="4231481" cy="14086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Small, clear user stories enabled fast development cycles </a:t>
          </a:r>
          <a:r>
            <a:rPr lang="en-US" sz="2800" i="1" kern="1200" dirty="0"/>
            <a:t>(Hamilton, 2014)</a:t>
          </a:r>
          <a:r>
            <a:rPr lang="en-US" sz="2800" kern="1200" dirty="0"/>
            <a:t>.</a:t>
          </a:r>
        </a:p>
      </dsp:txBody>
      <dsp:txXfrm>
        <a:off x="68766" y="335731"/>
        <a:ext cx="4093949" cy="1271147"/>
      </dsp:txXfrm>
    </dsp:sp>
    <dsp:sp modelId="{B9EB1831-603E-4607-B617-82819C5C8C3B}">
      <dsp:nvSpPr>
        <dsp:cNvPr id="0" name=""/>
        <dsp:cNvSpPr/>
      </dsp:nvSpPr>
      <dsp:spPr>
        <a:xfrm>
          <a:off x="0" y="1756285"/>
          <a:ext cx="4231481" cy="1408679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Example: Budget filter feature completed within one sprint.</a:t>
          </a:r>
        </a:p>
      </dsp:txBody>
      <dsp:txXfrm>
        <a:off x="68766" y="1825051"/>
        <a:ext cx="4093949" cy="1271147"/>
      </dsp:txXfrm>
    </dsp:sp>
    <dsp:sp modelId="{B2B10DD7-3335-4882-B963-C06772F3A7CE}">
      <dsp:nvSpPr>
        <dsp:cNvPr id="0" name=""/>
        <dsp:cNvSpPr/>
      </dsp:nvSpPr>
      <dsp:spPr>
        <a:xfrm>
          <a:off x="0" y="3245604"/>
          <a:ext cx="4231481" cy="1408679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Delivered early versions, collected feedback, and iterated without delays.</a:t>
          </a:r>
        </a:p>
      </dsp:txBody>
      <dsp:txXfrm>
        <a:off x="68766" y="3314370"/>
        <a:ext cx="4093949" cy="12711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48A1E-F719-477B-B9EE-031873DDB467}">
      <dsp:nvSpPr>
        <dsp:cNvPr id="0" name=""/>
        <dsp:cNvSpPr/>
      </dsp:nvSpPr>
      <dsp:spPr>
        <a:xfrm>
          <a:off x="0" y="4066370"/>
          <a:ext cx="9144000" cy="4449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Deployment: Release usable increments frequently for early value delivery</a:t>
          </a:r>
          <a:endParaRPr lang="en-US" sz="800" kern="1200" dirty="0"/>
        </a:p>
      </dsp:txBody>
      <dsp:txXfrm>
        <a:off x="0" y="4066370"/>
        <a:ext cx="9144000" cy="444980"/>
      </dsp:txXfrm>
    </dsp:sp>
    <dsp:sp modelId="{6145E69B-7801-4DFF-A1F5-66523B1275D7}">
      <dsp:nvSpPr>
        <dsp:cNvPr id="0" name=""/>
        <dsp:cNvSpPr/>
      </dsp:nvSpPr>
      <dsp:spPr>
        <a:xfrm rot="10800000">
          <a:off x="0" y="3388664"/>
          <a:ext cx="9144000" cy="684380"/>
        </a:xfrm>
        <a:prstGeom prst="upArrowCallout">
          <a:avLst/>
        </a:prstGeom>
        <a:solidFill>
          <a:schemeClr val="accent2">
            <a:hueOff val="-220562"/>
            <a:satOff val="249"/>
            <a:lumOff val="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Testing: Continuous testing to ensure quality at each step</a:t>
          </a:r>
          <a:endParaRPr lang="en-US" sz="800" kern="1200" dirty="0"/>
        </a:p>
      </dsp:txBody>
      <dsp:txXfrm rot="10800000">
        <a:off x="0" y="3388664"/>
        <a:ext cx="9144000" cy="444690"/>
      </dsp:txXfrm>
    </dsp:sp>
    <dsp:sp modelId="{D92729B1-7D34-41EC-ACB2-7160522C19BF}">
      <dsp:nvSpPr>
        <dsp:cNvPr id="0" name=""/>
        <dsp:cNvSpPr/>
      </dsp:nvSpPr>
      <dsp:spPr>
        <a:xfrm rot="10800000">
          <a:off x="0" y="2710959"/>
          <a:ext cx="9144000" cy="684380"/>
        </a:xfrm>
        <a:prstGeom prst="upArrowCallou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Development: Build in increments, integrate feedback rapidly</a:t>
          </a:r>
          <a:endParaRPr lang="en-US" sz="800" kern="1200" dirty="0"/>
        </a:p>
      </dsp:txBody>
      <dsp:txXfrm rot="10800000">
        <a:off x="0" y="2710959"/>
        <a:ext cx="9144000" cy="444690"/>
      </dsp:txXfrm>
    </dsp:sp>
    <dsp:sp modelId="{BBF8A503-DB19-47F3-B559-78B9E864B4E4}">
      <dsp:nvSpPr>
        <dsp:cNvPr id="0" name=""/>
        <dsp:cNvSpPr/>
      </dsp:nvSpPr>
      <dsp:spPr>
        <a:xfrm rot="10800000">
          <a:off x="0" y="2033253"/>
          <a:ext cx="9144000" cy="684380"/>
        </a:xfrm>
        <a:prstGeom prst="upArrowCallou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Design: Create flexible, iterative designs adaptable to change</a:t>
          </a:r>
          <a:endParaRPr lang="en-US" sz="800" kern="1200" dirty="0"/>
        </a:p>
      </dsp:txBody>
      <dsp:txXfrm rot="10800000">
        <a:off x="0" y="2033253"/>
        <a:ext cx="9144000" cy="444690"/>
      </dsp:txXfrm>
    </dsp:sp>
    <dsp:sp modelId="{D4104EBA-FB85-4764-A356-A60CEC868641}">
      <dsp:nvSpPr>
        <dsp:cNvPr id="0" name=""/>
        <dsp:cNvSpPr/>
      </dsp:nvSpPr>
      <dsp:spPr>
        <a:xfrm rot="10800000">
          <a:off x="0" y="1355547"/>
          <a:ext cx="9144000" cy="684380"/>
        </a:xfrm>
        <a:prstGeom prst="upArrowCallou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Requirements: Capture evolving needs from stakeholders</a:t>
          </a:r>
          <a:endParaRPr lang="en-US" sz="800" kern="1200" dirty="0"/>
        </a:p>
      </dsp:txBody>
      <dsp:txXfrm rot="10800000">
        <a:off x="0" y="1355547"/>
        <a:ext cx="9144000" cy="444690"/>
      </dsp:txXfrm>
    </dsp:sp>
    <dsp:sp modelId="{546F8A15-9689-4C76-8C44-087DAA9BE9DD}">
      <dsp:nvSpPr>
        <dsp:cNvPr id="0" name=""/>
        <dsp:cNvSpPr/>
      </dsp:nvSpPr>
      <dsp:spPr>
        <a:xfrm rot="10800000">
          <a:off x="0" y="677842"/>
          <a:ext cx="9144000" cy="684380"/>
        </a:xfrm>
        <a:prstGeom prst="upArrowCallout">
          <a:avLst/>
        </a:prstGeom>
        <a:solidFill>
          <a:schemeClr val="accent2">
            <a:hueOff val="-1102811"/>
            <a:satOff val="1243"/>
            <a:lumOff val="294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Planning: Define goals and scope flexibly</a:t>
          </a:r>
          <a:endParaRPr lang="en-US" sz="800" kern="1200" dirty="0"/>
        </a:p>
      </dsp:txBody>
      <dsp:txXfrm rot="10800000">
        <a:off x="0" y="677842"/>
        <a:ext cx="9144000" cy="444690"/>
      </dsp:txXfrm>
    </dsp:sp>
    <dsp:sp modelId="{7B67C14F-8E28-492D-A5A2-4A2BE3FA5DA7}">
      <dsp:nvSpPr>
        <dsp:cNvPr id="0" name=""/>
        <dsp:cNvSpPr/>
      </dsp:nvSpPr>
      <dsp:spPr>
        <a:xfrm rot="10800000">
          <a:off x="0" y="136"/>
          <a:ext cx="9144000" cy="684380"/>
        </a:xfrm>
        <a:prstGeom prst="upArrowCallou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Planning → Requirements → Design → Development → Testing → Deployment</a:t>
          </a:r>
          <a:endParaRPr lang="en-US" sz="800" kern="1200" dirty="0"/>
        </a:p>
      </dsp:txBody>
      <dsp:txXfrm rot="-10800000">
        <a:off x="0" y="136"/>
        <a:ext cx="9144000" cy="240217"/>
      </dsp:txXfrm>
    </dsp:sp>
    <dsp:sp modelId="{890DBBC3-C984-47F5-806B-3A4F83379381}">
      <dsp:nvSpPr>
        <dsp:cNvPr id="0" name=""/>
        <dsp:cNvSpPr/>
      </dsp:nvSpPr>
      <dsp:spPr>
        <a:xfrm>
          <a:off x="0" y="240354"/>
          <a:ext cx="9144000" cy="204629"/>
        </a:xfrm>
        <a:prstGeom prst="round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100" kern="1200"/>
            <a:t>(Bisikirskienė et al., 2023; Cobb, 2015)</a:t>
          </a:r>
          <a:endParaRPr lang="en-US" sz="1100" kern="1200" dirty="0"/>
        </a:p>
      </dsp:txBody>
      <dsp:txXfrm>
        <a:off x="9989" y="250343"/>
        <a:ext cx="9124022" cy="1846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613C8-8947-4CBD-84E7-25A9272F61C7}">
      <dsp:nvSpPr>
        <dsp:cNvPr id="0" name=""/>
        <dsp:cNvSpPr/>
      </dsp:nvSpPr>
      <dsp:spPr>
        <a:xfrm>
          <a:off x="0" y="423654"/>
          <a:ext cx="4231481" cy="1308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Mid-sprint change request: Currency converter for international travelers.</a:t>
          </a:r>
        </a:p>
      </dsp:txBody>
      <dsp:txXfrm>
        <a:off x="63854" y="487508"/>
        <a:ext cx="4103773" cy="1180352"/>
      </dsp:txXfrm>
    </dsp:sp>
    <dsp:sp modelId="{48DD2DCC-66BE-420E-B18C-D80E0CB403B5}">
      <dsp:nvSpPr>
        <dsp:cNvPr id="0" name=""/>
        <dsp:cNvSpPr/>
      </dsp:nvSpPr>
      <dsp:spPr>
        <a:xfrm>
          <a:off x="0" y="1806594"/>
          <a:ext cx="4231481" cy="130806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Agile allowed backlog reprioritization and seamless integration </a:t>
          </a:r>
          <a:r>
            <a:rPr lang="en-US" sz="2600" i="1" kern="1200" dirty="0"/>
            <a:t>(Ambler, 2022)</a:t>
          </a:r>
          <a:r>
            <a:rPr lang="en-US" sz="2600" kern="1200" dirty="0"/>
            <a:t>.</a:t>
          </a:r>
        </a:p>
      </dsp:txBody>
      <dsp:txXfrm>
        <a:off x="63854" y="1870448"/>
        <a:ext cx="4103773" cy="1180352"/>
      </dsp:txXfrm>
    </dsp:sp>
    <dsp:sp modelId="{C48D30E1-EC41-4732-811E-57A225FB89A7}">
      <dsp:nvSpPr>
        <dsp:cNvPr id="0" name=""/>
        <dsp:cNvSpPr/>
      </dsp:nvSpPr>
      <dsp:spPr>
        <a:xfrm>
          <a:off x="0" y="3189535"/>
          <a:ext cx="4231481" cy="130806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Feature released next sprint without impacting overall timeline.</a:t>
          </a:r>
        </a:p>
      </dsp:txBody>
      <dsp:txXfrm>
        <a:off x="63854" y="3253389"/>
        <a:ext cx="4103773" cy="11803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C8AF4-3786-48AA-BB5C-AE38B7B0BAF5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7F1B7-8EEF-47F8-923D-AF0F3679B6E6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9F7AE-84F4-4F31-9C09-EA0B2AE6D3B6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Slack to Dev Team: 'Currency converter API live in staging — pull latest branch.'</a:t>
          </a:r>
        </a:p>
      </dsp:txBody>
      <dsp:txXfrm>
        <a:off x="1623616" y="600"/>
        <a:ext cx="2607864" cy="1405728"/>
      </dsp:txXfrm>
    </dsp:sp>
    <dsp:sp modelId="{0E5D1AA2-F4FD-43E4-8709-602B3D68B406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B091B-F490-4E65-8B96-CF405D3A4958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DD5E5-706A-47CB-A855-A9D4C631E1D2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Email to stakeholders: Sprint demo link, feedback requested.</a:t>
          </a:r>
        </a:p>
      </dsp:txBody>
      <dsp:txXfrm>
        <a:off x="1623616" y="1757760"/>
        <a:ext cx="2607864" cy="1405728"/>
      </dsp:txXfrm>
    </dsp:sp>
    <dsp:sp modelId="{CB116536-CF47-49DB-9676-BEC8FF84479C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65CBC-AF43-431F-B0E0-90BBA28736FD}">
      <dsp:nvSpPr>
        <dsp:cNvPr id="0" name=""/>
        <dsp:cNvSpPr/>
      </dsp:nvSpPr>
      <dsp:spPr>
        <a:xfrm>
          <a:off x="445404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237DA-E3D8-4D80-9880-ADFD636ACA08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Daily stand-ups resolved blockers quickly </a:t>
          </a:r>
          <a:r>
            <a:rPr lang="en-US" sz="2000" i="1" kern="1200" dirty="0"/>
            <a:t>(Hamilton, 2014; Cobb, 2015)</a:t>
          </a:r>
          <a:r>
            <a:rPr lang="en-US" sz="2000" kern="1200" dirty="0"/>
            <a:t>. </a:t>
          </a:r>
        </a:p>
      </dsp:txBody>
      <dsp:txXfrm>
        <a:off x="1623616" y="3514921"/>
        <a:ext cx="2607864" cy="14057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C8AF4-3786-48AA-BB5C-AE38B7B0BAF5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7F1B7-8EEF-47F8-923D-AF0F3679B6E6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9F7AE-84F4-4F31-9C09-EA0B2AE6D3B6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Jira: Tracked user stories, monitored burndown charts.</a:t>
          </a:r>
        </a:p>
      </dsp:txBody>
      <dsp:txXfrm>
        <a:off x="1623616" y="600"/>
        <a:ext cx="2607864" cy="1405728"/>
      </dsp:txXfrm>
    </dsp:sp>
    <dsp:sp modelId="{0E5D1AA2-F4FD-43E4-8709-602B3D68B406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B091B-F490-4E65-8B96-CF405D3A4958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DD5E5-706A-47CB-A855-A9D4C631E1D2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Confluence: Centralized project documentation.</a:t>
          </a:r>
        </a:p>
      </dsp:txBody>
      <dsp:txXfrm>
        <a:off x="1623616" y="1757760"/>
        <a:ext cx="2607864" cy="1405728"/>
      </dsp:txXfrm>
    </dsp:sp>
    <dsp:sp modelId="{CB116536-CF47-49DB-9676-BEC8FF84479C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65CBC-AF43-431F-B0E0-90BBA28736FD}">
      <dsp:nvSpPr>
        <dsp:cNvPr id="0" name=""/>
        <dsp:cNvSpPr/>
      </dsp:nvSpPr>
      <dsp:spPr>
        <a:xfrm>
          <a:off x="445404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237DA-E3D8-4D80-9880-ADFD636ACA08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Slack: Rapid updates and quick troubleshooting (Cobb, 2015).</a:t>
          </a:r>
        </a:p>
      </dsp:txBody>
      <dsp:txXfrm>
        <a:off x="1623616" y="3514921"/>
        <a:ext cx="2607864" cy="14057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C8AF4-3786-48AA-BB5C-AE38B7B0BAF5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7F1B7-8EEF-47F8-923D-AF0F3679B6E6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9F7AE-84F4-4F31-9C09-EA0B2AE6D3B6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Pros: Adaptability, early client visibility, team ownership (</a:t>
          </a:r>
          <a:r>
            <a:rPr lang="lt-LT" sz="1400" kern="1200" dirty="0"/>
            <a:t>Cobb, 2015; Ambler, 2022; Bisikirskienė et al., 2023</a:t>
          </a:r>
          <a:r>
            <a:rPr lang="en-US" sz="1400" kern="1200" dirty="0"/>
            <a:t>).</a:t>
          </a:r>
        </a:p>
      </dsp:txBody>
      <dsp:txXfrm>
        <a:off x="1195647" y="2042"/>
        <a:ext cx="3035833" cy="1035192"/>
      </dsp:txXfrm>
    </dsp:sp>
    <dsp:sp modelId="{0E5D1AA2-F4FD-43E4-8709-602B3D68B406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B091B-F490-4E65-8B96-CF405D3A4958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DD5E5-706A-47CB-A855-A9D4C631E1D2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Cons: Slower first sprint, frequent meetings, dependency on client feedback.</a:t>
          </a:r>
        </a:p>
      </dsp:txBody>
      <dsp:txXfrm>
        <a:off x="1195647" y="1296033"/>
        <a:ext cx="3035833" cy="1035192"/>
      </dsp:txXfrm>
    </dsp:sp>
    <dsp:sp modelId="{F06B3FDA-25DB-432D-B98D-FDBBC2D798DC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00957C-3C82-4218-A10F-FABD149A3BDE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72C73-754B-45A2-B348-692584DDC778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Recent research highlights that Agile strengthens adaptability and team performance (</a:t>
          </a:r>
          <a:r>
            <a:rPr lang="en-US" sz="1400" kern="1200" dirty="0" err="1"/>
            <a:t>Steegh</a:t>
          </a:r>
          <a:r>
            <a:rPr lang="en-US" sz="1400" kern="1200" dirty="0"/>
            <a:t>, 2025).</a:t>
          </a:r>
        </a:p>
      </dsp:txBody>
      <dsp:txXfrm>
        <a:off x="1195647" y="2590024"/>
        <a:ext cx="3035833" cy="1035192"/>
      </dsp:txXfrm>
    </dsp:sp>
    <dsp:sp modelId="{CB116536-CF47-49DB-9676-BEC8FF84479C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65CBC-AF43-431F-B0E0-90BBA28736FD}">
      <dsp:nvSpPr>
        <dsp:cNvPr id="0" name=""/>
        <dsp:cNvSpPr/>
      </dsp:nvSpPr>
      <dsp:spPr>
        <a:xfrm>
          <a:off x="328000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237DA-E3D8-4D80-9880-ADFD636ACA08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Agile was the best approach for SNHU Travel — recommend expanding with training.</a:t>
          </a:r>
        </a:p>
      </dsp:txBody>
      <dsp:txXfrm>
        <a:off x="1195647" y="3884014"/>
        <a:ext cx="3035833" cy="10351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8CACE-8222-4E13-B2E5-6D5E5771E22A}">
      <dsp:nvSpPr>
        <dsp:cNvPr id="0" name=""/>
        <dsp:cNvSpPr/>
      </dsp:nvSpPr>
      <dsp:spPr>
        <a:xfrm>
          <a:off x="0" y="799703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8D35E-F279-4A27-9F6A-E6D88AF467C2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8972D-C52A-42DB-B2AA-78AA74605055}">
      <dsp:nvSpPr>
        <dsp:cNvPr id="0" name=""/>
        <dsp:cNvSpPr/>
      </dsp:nvSpPr>
      <dsp:spPr>
        <a:xfrm>
          <a:off x="1705213" y="799703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Agile improved speed, flexibility, and client alignment </a:t>
          </a:r>
          <a:r>
            <a:rPr lang="en-US" sz="1800" i="1" kern="1200" dirty="0"/>
            <a:t>(Cobb, 2015; Hamilton, 2014)</a:t>
          </a:r>
          <a:r>
            <a:rPr lang="en-US" sz="1800" i="0" kern="1200" dirty="0"/>
            <a:t>.</a:t>
          </a:r>
          <a:endParaRPr lang="en-US" sz="1800" kern="1200" dirty="0"/>
        </a:p>
      </dsp:txBody>
      <dsp:txXfrm>
        <a:off x="1705213" y="799703"/>
        <a:ext cx="2526267" cy="1476375"/>
      </dsp:txXfrm>
    </dsp:sp>
    <dsp:sp modelId="{2E758D4A-4A9E-4C28-AC09-30025D9A3046}">
      <dsp:nvSpPr>
        <dsp:cNvPr id="0" name=""/>
        <dsp:cNvSpPr/>
      </dsp:nvSpPr>
      <dsp:spPr>
        <a:xfrm>
          <a:off x="0" y="2645171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ABE26-01FC-4FBC-A444-6F8352B2BA0D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D229C-B0B6-4AEF-B563-B8C595DECDCC}">
      <dsp:nvSpPr>
        <dsp:cNvPr id="0" name=""/>
        <dsp:cNvSpPr/>
      </dsp:nvSpPr>
      <dsp:spPr>
        <a:xfrm>
          <a:off x="1705213" y="2645171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collaboration and value delivery than rigid waterfall process.</a:t>
          </a:r>
        </a:p>
      </dsp:txBody>
      <dsp:txXfrm>
        <a:off x="1705213" y="2645171"/>
        <a:ext cx="2526267" cy="147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BAB35-62D7-46A9-B4F1-83110779755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CD5A8-9593-4123-BAC4-6ADE4308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2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8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10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4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02BD-6D77-A367-7E36-521F0C89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4AA88-0B29-C972-90BA-5047B7648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5E60E-770D-B79C-ACCD-B7009D65F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AD555-BCDE-F2CF-EAE6-01667AF67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1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03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7B1F-664F-F0FB-38C4-715AB829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A3440-9CFD-12CE-1C0C-32ECA4AA1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37C02-046A-9AFC-AC21-B8CCC3117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701E6-757A-9AE0-8929-49D023E2D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64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CD5A8-9593-4123-BAC4-6ADE4308B6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29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27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2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57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5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4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4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9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1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91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94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3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zone.com/articles/how-to-shorten-your-feedback-loops-and-reduce-your" TargetMode="External"/><Relationship Id="rId2" Type="http://schemas.openxmlformats.org/officeDocument/2006/relationships/hyperlink" Target="https://www.leadingedgegroup.com/top-20-quotes-lean-business-inspir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hyperlink" Target="https://agilemodeling.com/essays/changeManagement.htm" TargetMode="External"/><Relationship Id="rId4" Type="http://schemas.openxmlformats.org/officeDocument/2006/relationships/hyperlink" Target="https://doi.org/10.3390/app130637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4918" y="1105351"/>
            <a:ext cx="4765475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Sprint Review &amp; Retrospective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4918" y="4297556"/>
            <a:ext cx="4765476" cy="1433391"/>
          </a:xfrm>
        </p:spPr>
        <p:txBody>
          <a:bodyPr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ChadaTech</a:t>
            </a:r>
            <a:r>
              <a:rPr lang="en-US" dirty="0">
                <a:solidFill>
                  <a:srgbClr val="FFFFFF"/>
                </a:solidFill>
              </a:rPr>
              <a:t> | SNHU Travel Project | Ebony Anderson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8A899-BF68-DBED-BA35-47965DEE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19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2C256CE-A5AF-5655-FE55-EED2D0E6BF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4109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287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/>
              <a:t>Applying Roles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C8EC9E-ED1F-CB83-E100-EE188BB03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106334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19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Completing User Stories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3D0524-4228-37B6-BE9A-9394A6FB1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42556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/>
              <a:t>Agile Phases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3AC2CDA-A493-D584-EBA7-9D7FBFF55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417328"/>
              </p:ext>
            </p:extLst>
          </p:nvPr>
        </p:nvGraphicFramePr>
        <p:xfrm>
          <a:off x="0" y="2286000"/>
          <a:ext cx="9144000" cy="4511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683" y="629180"/>
            <a:ext cx="2912781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Handling Interruptions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6111458-9FE8-0647-0963-D0F512E00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18423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0E40C-6A7A-A206-993C-82E0FB58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48583C-9655-A94C-1C87-2DA1FBA5D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A915F-77ED-8BCF-0AA9-067B0C7E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8" y="648199"/>
            <a:ext cx="3301251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Communication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AD79298-588B-724E-7973-12F2F63C2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79649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222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66" y="648199"/>
            <a:ext cx="330461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Organizational Tools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7175B52-5684-3D9B-D8F3-B6EDEAE6A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50364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0A6F5-937F-5C65-3300-034E35D2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D4D2A2-5AA2-B421-110F-01B8EB43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5B7E5-6B9F-ECA7-005C-75E2F890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8" y="643467"/>
            <a:ext cx="3301251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Evaluating Agile Process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6626F95-776E-C2A1-E8BE-B7B38820DA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26074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8284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vs Agile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498877"/>
              </p:ext>
            </p:extLst>
          </p:nvPr>
        </p:nvGraphicFramePr>
        <p:xfrm>
          <a:off x="914400" y="1828800"/>
          <a:ext cx="73152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Waterfall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Rigid, sequential phases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Flexible, iterative cycles</a:t>
                      </a:r>
                      <a:endParaRPr lang="en-US" dirty="0"/>
                    </a:p>
                    <a:p>
                      <a:pPr>
                        <a:defRPr sz="1400"/>
                      </a:pPr>
                      <a:r>
                        <a:rPr lang="en-US" dirty="0"/>
                        <a:t>Ambler (2022)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Delivery at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Frequent working increments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Delayed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Continuous stakeholder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risk of late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Risk reduced via early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Costly requirement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Easy adaptation to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dirty="0"/>
              <a:t>(Cobb, 2015; Ambler, 2022)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733" y="643467"/>
            <a:ext cx="2112681" cy="5571066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56CAB5-C612-9448-1ACE-6ADEA2744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21504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 lnSpcReduction="10000"/>
          </a:bodyPr>
          <a:lstStyle/>
          <a:p>
            <a:pPr>
              <a:defRPr sz="1400">
                <a:latin typeface="Calibri"/>
              </a:defRPr>
            </a:pPr>
            <a:r>
              <a:rPr lang="en-US" dirty="0"/>
              <a:t>Cobb, C. G. (2015). </a:t>
            </a:r>
            <a:r>
              <a:rPr lang="en-US" i="1" dirty="0"/>
              <a:t>The project manager’s guide to mastering Agile: Principles and practices for an adaptive approach</a:t>
            </a:r>
            <a:r>
              <a:rPr lang="en-US" dirty="0"/>
              <a:t>. Wiley.</a:t>
            </a:r>
          </a:p>
          <a:p>
            <a:pPr>
              <a:defRPr sz="1400">
                <a:latin typeface="Calibri"/>
              </a:defRPr>
            </a:pPr>
            <a:r>
              <a:rPr lang="en-US" dirty="0"/>
              <a:t>Hamilton, B. (2014, September 24). Top 20 quotes for Lean business inspiration. </a:t>
            </a:r>
            <a:r>
              <a:rPr lang="en-US" i="1" dirty="0" err="1"/>
              <a:t>LeadingEdge</a:t>
            </a:r>
            <a:r>
              <a:rPr lang="en-US" i="1" dirty="0"/>
              <a:t> Group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https://www.leadingedgegroup.com/top-20-quotes-lean-business-inspiration/</a:t>
            </a:r>
            <a:endParaRPr lang="en-US" dirty="0"/>
          </a:p>
          <a:p>
            <a:pPr>
              <a:defRPr sz="1400">
                <a:latin typeface="Calibri"/>
              </a:defRPr>
            </a:pPr>
            <a:r>
              <a:rPr lang="en-US" dirty="0"/>
              <a:t>Boogaard, K. (2019, November 7). How to shorten your feedback loops (and reduce your team’s stress). </a:t>
            </a:r>
            <a:r>
              <a:rPr lang="en-US" dirty="0" err="1"/>
              <a:t>DZone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https://dzone.com/articles/how-to-shorten-your-feedback-loops-and-reduce-your</a:t>
            </a:r>
            <a:endParaRPr lang="en-US" dirty="0"/>
          </a:p>
          <a:p>
            <a:pPr>
              <a:defRPr sz="1400">
                <a:latin typeface="Calibri"/>
              </a:defRPr>
            </a:pPr>
            <a:r>
              <a:rPr lang="lt-LT" dirty="0"/>
              <a:t>Bisikirskienė, L., Damaševičius, R., &amp; Vasiljevas, M. (2023). Agile project management in digital transformation projects: A systematic literature review. Applied Sciences, 13(6), 3792. </a:t>
            </a:r>
            <a:r>
              <a:rPr lang="lt-LT" dirty="0">
                <a:hlinkClick r:id="rId4"/>
              </a:rPr>
              <a:t>https://doi.org/10.3390/app13063792</a:t>
            </a:r>
            <a:endParaRPr lang="en-US" dirty="0"/>
          </a:p>
          <a:p>
            <a:pPr>
              <a:defRPr sz="1400">
                <a:latin typeface="Calibri"/>
              </a:defRPr>
            </a:pPr>
            <a:r>
              <a:rPr lang="en-US" sz="1400" dirty="0"/>
              <a:t>Ambler, S. W. (2022). </a:t>
            </a:r>
            <a:r>
              <a:rPr lang="en-US" sz="1400" i="1" dirty="0"/>
              <a:t>Change management and agile software development</a:t>
            </a:r>
            <a:r>
              <a:rPr lang="en-US" sz="1400" dirty="0"/>
              <a:t>. Agile Modeling. </a:t>
            </a:r>
            <a:r>
              <a:rPr lang="en-US" sz="1400" dirty="0">
                <a:hlinkClick r:id="rId5"/>
              </a:rPr>
              <a:t>https://agilemodeling.com/essays/changeManagement.htm</a:t>
            </a:r>
            <a:endParaRPr lang="en-US" dirty="0"/>
          </a:p>
        </p:txBody>
      </p:sp>
      <p:pic>
        <p:nvPicPr>
          <p:cNvPr id="7" name="Picture 6" descr="Multi-colored paper-craft art">
            <a:extLst>
              <a:ext uri="{FF2B5EF4-FFF2-40B4-BE49-F238E27FC236}">
                <a16:creationId xmlns:a16="http://schemas.microsoft.com/office/drawing/2014/main" id="{A13BB742-3CEF-AD88-1AB7-3691B748BF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4" r="31946" b="-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87A3EE-53BE-478D-A4C8-CCDA6EC95C7D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3157</TotalTime>
  <Words>660</Words>
  <Application>Microsoft Office PowerPoint</Application>
  <PresentationFormat>On-screen Show (4:3)</PresentationFormat>
  <Paragraphs>72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Tw Cen MT</vt:lpstr>
      <vt:lpstr>Tw Cen MT Condensed</vt:lpstr>
      <vt:lpstr>Wingdings 3</vt:lpstr>
      <vt:lpstr>Integral</vt:lpstr>
      <vt:lpstr>Sprint Review &amp; Retrospective</vt:lpstr>
      <vt:lpstr>Introduction</vt:lpstr>
      <vt:lpstr>Applying Roles</vt:lpstr>
      <vt:lpstr>Completing User Stories</vt:lpstr>
      <vt:lpstr>Agile Phases</vt:lpstr>
      <vt:lpstr>Handling Interruptions</vt:lpstr>
      <vt:lpstr>Communication</vt:lpstr>
      <vt:lpstr>Organizational Tools</vt:lpstr>
      <vt:lpstr>Evaluating Agile Process</vt:lpstr>
      <vt:lpstr>Waterfall vs Agile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Ebony Anderson</dc:creator>
  <cp:keywords/>
  <dc:description>generated using python-pptx</dc:description>
  <cp:lastModifiedBy>Ebony Anderson</cp:lastModifiedBy>
  <cp:revision>2</cp:revision>
  <dcterms:created xsi:type="dcterms:W3CDTF">2013-01-27T09:14:16Z</dcterms:created>
  <dcterms:modified xsi:type="dcterms:W3CDTF">2025-08-18T00:29:07Z</dcterms:modified>
  <cp:category/>
</cp:coreProperties>
</file>